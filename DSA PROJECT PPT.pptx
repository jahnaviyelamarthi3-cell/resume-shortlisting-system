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5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95255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ts val="21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837912" y="8463"/>
            <a:ext cx="3354704" cy="6840855"/>
          </a:xfrm>
          <a:custGeom>
            <a:avLst/>
            <a:gdLst/>
            <a:ahLst/>
            <a:cxnLst/>
            <a:rect l="l" t="t" r="r" b="b"/>
            <a:pathLst>
              <a:path w="3354704" h="6840855">
                <a:moveTo>
                  <a:pt x="0" y="3420159"/>
                </a:moveTo>
                <a:lnTo>
                  <a:pt x="335" y="3468496"/>
                </a:lnTo>
                <a:lnTo>
                  <a:pt x="1339" y="3516673"/>
                </a:lnTo>
                <a:lnTo>
                  <a:pt x="3007" y="3564686"/>
                </a:lnTo>
                <a:lnTo>
                  <a:pt x="5334" y="3612530"/>
                </a:lnTo>
                <a:lnTo>
                  <a:pt x="8316" y="3660200"/>
                </a:lnTo>
                <a:lnTo>
                  <a:pt x="11949" y="3707692"/>
                </a:lnTo>
                <a:lnTo>
                  <a:pt x="16228" y="3755002"/>
                </a:lnTo>
                <a:lnTo>
                  <a:pt x="21149" y="3802126"/>
                </a:lnTo>
                <a:lnTo>
                  <a:pt x="26707" y="3849058"/>
                </a:lnTo>
                <a:lnTo>
                  <a:pt x="32898" y="3895795"/>
                </a:lnTo>
                <a:lnTo>
                  <a:pt x="39717" y="3942332"/>
                </a:lnTo>
                <a:lnTo>
                  <a:pt x="47161" y="3988665"/>
                </a:lnTo>
                <a:lnTo>
                  <a:pt x="55224" y="4034789"/>
                </a:lnTo>
                <a:lnTo>
                  <a:pt x="63903" y="4080700"/>
                </a:lnTo>
                <a:lnTo>
                  <a:pt x="73192" y="4126393"/>
                </a:lnTo>
                <a:lnTo>
                  <a:pt x="83088" y="4171865"/>
                </a:lnTo>
                <a:lnTo>
                  <a:pt x="93586" y="4217110"/>
                </a:lnTo>
                <a:lnTo>
                  <a:pt x="104682" y="4262124"/>
                </a:lnTo>
                <a:lnTo>
                  <a:pt x="116370" y="4306903"/>
                </a:lnTo>
                <a:lnTo>
                  <a:pt x="128648" y="4351443"/>
                </a:lnTo>
                <a:lnTo>
                  <a:pt x="141510" y="4395738"/>
                </a:lnTo>
                <a:lnTo>
                  <a:pt x="154951" y="4439785"/>
                </a:lnTo>
                <a:lnTo>
                  <a:pt x="168969" y="4483580"/>
                </a:lnTo>
                <a:lnTo>
                  <a:pt x="183557" y="4527117"/>
                </a:lnTo>
                <a:lnTo>
                  <a:pt x="198712" y="4570392"/>
                </a:lnTo>
                <a:lnTo>
                  <a:pt x="214430" y="4613402"/>
                </a:lnTo>
                <a:lnTo>
                  <a:pt x="230705" y="4656140"/>
                </a:lnTo>
                <a:lnTo>
                  <a:pt x="247533" y="4698605"/>
                </a:lnTo>
                <a:lnTo>
                  <a:pt x="264911" y="4740789"/>
                </a:lnTo>
                <a:lnTo>
                  <a:pt x="282833" y="4782690"/>
                </a:lnTo>
                <a:lnTo>
                  <a:pt x="301296" y="4824303"/>
                </a:lnTo>
                <a:lnTo>
                  <a:pt x="320294" y="4865624"/>
                </a:lnTo>
                <a:lnTo>
                  <a:pt x="339823" y="4906647"/>
                </a:lnTo>
                <a:lnTo>
                  <a:pt x="359880" y="4947369"/>
                </a:lnTo>
                <a:lnTo>
                  <a:pt x="380459" y="4987786"/>
                </a:lnTo>
                <a:lnTo>
                  <a:pt x="401556" y="5027892"/>
                </a:lnTo>
                <a:lnTo>
                  <a:pt x="423167" y="5067684"/>
                </a:lnTo>
                <a:lnTo>
                  <a:pt x="445287" y="5107157"/>
                </a:lnTo>
                <a:lnTo>
                  <a:pt x="467912" y="5146306"/>
                </a:lnTo>
                <a:lnTo>
                  <a:pt x="491037" y="5185127"/>
                </a:lnTo>
                <a:lnTo>
                  <a:pt x="514659" y="5223617"/>
                </a:lnTo>
                <a:lnTo>
                  <a:pt x="538772" y="5261769"/>
                </a:lnTo>
                <a:lnTo>
                  <a:pt x="563372" y="5299581"/>
                </a:lnTo>
                <a:lnTo>
                  <a:pt x="588455" y="5337047"/>
                </a:lnTo>
                <a:lnTo>
                  <a:pt x="614016" y="5374164"/>
                </a:lnTo>
                <a:lnTo>
                  <a:pt x="640051" y="5410926"/>
                </a:lnTo>
                <a:lnTo>
                  <a:pt x="666556" y="5447329"/>
                </a:lnTo>
                <a:lnTo>
                  <a:pt x="693526" y="5483369"/>
                </a:lnTo>
                <a:lnTo>
                  <a:pt x="720956" y="5519042"/>
                </a:lnTo>
                <a:lnTo>
                  <a:pt x="748843" y="5554343"/>
                </a:lnTo>
                <a:lnTo>
                  <a:pt x="777182" y="5589268"/>
                </a:lnTo>
                <a:lnTo>
                  <a:pt x="805968" y="5623812"/>
                </a:lnTo>
                <a:lnTo>
                  <a:pt x="835197" y="5657970"/>
                </a:lnTo>
                <a:lnTo>
                  <a:pt x="864865" y="5691740"/>
                </a:lnTo>
                <a:lnTo>
                  <a:pt x="894967" y="5725115"/>
                </a:lnTo>
                <a:lnTo>
                  <a:pt x="925498" y="5758092"/>
                </a:lnTo>
                <a:lnTo>
                  <a:pt x="956455" y="5790666"/>
                </a:lnTo>
                <a:lnTo>
                  <a:pt x="987833" y="5822832"/>
                </a:lnTo>
                <a:lnTo>
                  <a:pt x="1019628" y="5854588"/>
                </a:lnTo>
                <a:lnTo>
                  <a:pt x="1051834" y="5885927"/>
                </a:lnTo>
                <a:lnTo>
                  <a:pt x="1084448" y="5916846"/>
                </a:lnTo>
                <a:lnTo>
                  <a:pt x="1117466" y="5947340"/>
                </a:lnTo>
                <a:lnTo>
                  <a:pt x="1150882" y="5977404"/>
                </a:lnTo>
                <a:lnTo>
                  <a:pt x="1184693" y="6007035"/>
                </a:lnTo>
                <a:lnTo>
                  <a:pt x="1218894" y="6036228"/>
                </a:lnTo>
                <a:lnTo>
                  <a:pt x="1253481" y="6064979"/>
                </a:lnTo>
                <a:lnTo>
                  <a:pt x="1288448" y="6093282"/>
                </a:lnTo>
                <a:lnTo>
                  <a:pt x="1323793" y="6121135"/>
                </a:lnTo>
                <a:lnTo>
                  <a:pt x="1359509" y="6148531"/>
                </a:lnTo>
                <a:lnTo>
                  <a:pt x="1395594" y="6175468"/>
                </a:lnTo>
                <a:lnTo>
                  <a:pt x="1432042" y="6201940"/>
                </a:lnTo>
                <a:lnTo>
                  <a:pt x="1468850" y="6227942"/>
                </a:lnTo>
                <a:lnTo>
                  <a:pt x="1506012" y="6253472"/>
                </a:lnTo>
                <a:lnTo>
                  <a:pt x="1543524" y="6278524"/>
                </a:lnTo>
                <a:lnTo>
                  <a:pt x="1581382" y="6303094"/>
                </a:lnTo>
                <a:lnTo>
                  <a:pt x="1619582" y="6327177"/>
                </a:lnTo>
                <a:lnTo>
                  <a:pt x="1658118" y="6350769"/>
                </a:lnTo>
                <a:lnTo>
                  <a:pt x="1696987" y="6373865"/>
                </a:lnTo>
                <a:lnTo>
                  <a:pt x="1736185" y="6396462"/>
                </a:lnTo>
                <a:lnTo>
                  <a:pt x="1775706" y="6418555"/>
                </a:lnTo>
                <a:lnTo>
                  <a:pt x="1815546" y="6440139"/>
                </a:lnTo>
                <a:lnTo>
                  <a:pt x="1855702" y="6461210"/>
                </a:lnTo>
                <a:lnTo>
                  <a:pt x="1896168" y="6481763"/>
                </a:lnTo>
                <a:lnTo>
                  <a:pt x="1936940" y="6501795"/>
                </a:lnTo>
                <a:lnTo>
                  <a:pt x="1978014" y="6521300"/>
                </a:lnTo>
                <a:lnTo>
                  <a:pt x="2019385" y="6540274"/>
                </a:lnTo>
                <a:lnTo>
                  <a:pt x="2061049" y="6558714"/>
                </a:lnTo>
                <a:lnTo>
                  <a:pt x="2103001" y="6576614"/>
                </a:lnTo>
                <a:lnTo>
                  <a:pt x="2145237" y="6593970"/>
                </a:lnTo>
                <a:lnTo>
                  <a:pt x="2187753" y="6610777"/>
                </a:lnTo>
                <a:lnTo>
                  <a:pt x="2230544" y="6627032"/>
                </a:lnTo>
                <a:lnTo>
                  <a:pt x="2273606" y="6642730"/>
                </a:lnTo>
                <a:lnTo>
                  <a:pt x="2316934" y="6657866"/>
                </a:lnTo>
                <a:lnTo>
                  <a:pt x="2360525" y="6672436"/>
                </a:lnTo>
                <a:lnTo>
                  <a:pt x="2404372" y="6686436"/>
                </a:lnTo>
                <a:lnTo>
                  <a:pt x="2448473" y="6699861"/>
                </a:lnTo>
                <a:lnTo>
                  <a:pt x="2492823" y="6712707"/>
                </a:lnTo>
                <a:lnTo>
                  <a:pt x="2537416" y="6724969"/>
                </a:lnTo>
                <a:lnTo>
                  <a:pt x="2582250" y="6736643"/>
                </a:lnTo>
                <a:lnTo>
                  <a:pt x="2627319" y="6747725"/>
                </a:lnTo>
                <a:lnTo>
                  <a:pt x="2672619" y="6758210"/>
                </a:lnTo>
                <a:lnTo>
                  <a:pt x="2718146" y="6768093"/>
                </a:lnTo>
                <a:lnTo>
                  <a:pt x="2763895" y="6777371"/>
                </a:lnTo>
                <a:lnTo>
                  <a:pt x="2809861" y="6786039"/>
                </a:lnTo>
                <a:lnTo>
                  <a:pt x="2856041" y="6794092"/>
                </a:lnTo>
                <a:lnTo>
                  <a:pt x="2902430" y="6801527"/>
                </a:lnTo>
                <a:lnTo>
                  <a:pt x="2949024" y="6808338"/>
                </a:lnTo>
                <a:lnTo>
                  <a:pt x="2995817" y="6814521"/>
                </a:lnTo>
                <a:lnTo>
                  <a:pt x="3042807" y="6820072"/>
                </a:lnTo>
                <a:lnTo>
                  <a:pt x="3089987" y="6824987"/>
                </a:lnTo>
                <a:lnTo>
                  <a:pt x="3137355" y="6829260"/>
                </a:lnTo>
                <a:lnTo>
                  <a:pt x="3184904" y="6832888"/>
                </a:lnTo>
                <a:lnTo>
                  <a:pt x="3232632" y="6835867"/>
                </a:lnTo>
                <a:lnTo>
                  <a:pt x="3280534" y="6838191"/>
                </a:lnTo>
                <a:lnTo>
                  <a:pt x="3328604" y="6839857"/>
                </a:lnTo>
                <a:lnTo>
                  <a:pt x="3354088" y="6840386"/>
                </a:lnTo>
                <a:lnTo>
                  <a:pt x="3354086" y="0"/>
                </a:lnTo>
                <a:lnTo>
                  <a:pt x="3280532" y="2195"/>
                </a:lnTo>
                <a:lnTo>
                  <a:pt x="3232631" y="4520"/>
                </a:lnTo>
                <a:lnTo>
                  <a:pt x="3184903" y="7498"/>
                </a:lnTo>
                <a:lnTo>
                  <a:pt x="3137353" y="11127"/>
                </a:lnTo>
                <a:lnTo>
                  <a:pt x="3089986" y="15401"/>
                </a:lnTo>
                <a:lnTo>
                  <a:pt x="3042805" y="20316"/>
                </a:lnTo>
                <a:lnTo>
                  <a:pt x="2995816" y="25868"/>
                </a:lnTo>
                <a:lnTo>
                  <a:pt x="2949022" y="32052"/>
                </a:lnTo>
                <a:lnTo>
                  <a:pt x="2902429" y="38863"/>
                </a:lnTo>
                <a:lnTo>
                  <a:pt x="2856040" y="46298"/>
                </a:lnTo>
                <a:lnTo>
                  <a:pt x="2809860" y="54352"/>
                </a:lnTo>
                <a:lnTo>
                  <a:pt x="2763893" y="63021"/>
                </a:lnTo>
                <a:lnTo>
                  <a:pt x="2718145" y="72299"/>
                </a:lnTo>
                <a:lnTo>
                  <a:pt x="2672618" y="82184"/>
                </a:lnTo>
                <a:lnTo>
                  <a:pt x="2627318" y="92669"/>
                </a:lnTo>
                <a:lnTo>
                  <a:pt x="2582249" y="103752"/>
                </a:lnTo>
                <a:lnTo>
                  <a:pt x="2537415" y="115427"/>
                </a:lnTo>
                <a:lnTo>
                  <a:pt x="2492821" y="127690"/>
                </a:lnTo>
                <a:lnTo>
                  <a:pt x="2448472" y="140537"/>
                </a:lnTo>
                <a:lnTo>
                  <a:pt x="2404371" y="153963"/>
                </a:lnTo>
                <a:lnTo>
                  <a:pt x="2360523" y="167964"/>
                </a:lnTo>
                <a:lnTo>
                  <a:pt x="2316933" y="182535"/>
                </a:lnTo>
                <a:lnTo>
                  <a:pt x="2273605" y="197673"/>
                </a:lnTo>
                <a:lnTo>
                  <a:pt x="2230543" y="213372"/>
                </a:lnTo>
                <a:lnTo>
                  <a:pt x="2187752" y="229628"/>
                </a:lnTo>
                <a:lnTo>
                  <a:pt x="2145236" y="246436"/>
                </a:lnTo>
                <a:lnTo>
                  <a:pt x="2103000" y="263794"/>
                </a:lnTo>
                <a:lnTo>
                  <a:pt x="2061047" y="281695"/>
                </a:lnTo>
                <a:lnTo>
                  <a:pt x="2019383" y="300135"/>
                </a:lnTo>
                <a:lnTo>
                  <a:pt x="1978012" y="319111"/>
                </a:lnTo>
                <a:lnTo>
                  <a:pt x="1936939" y="338618"/>
                </a:lnTo>
                <a:lnTo>
                  <a:pt x="1896167" y="358650"/>
                </a:lnTo>
                <a:lnTo>
                  <a:pt x="1855701" y="379205"/>
                </a:lnTo>
                <a:lnTo>
                  <a:pt x="1815545" y="400277"/>
                </a:lnTo>
                <a:lnTo>
                  <a:pt x="1775705" y="421862"/>
                </a:lnTo>
                <a:lnTo>
                  <a:pt x="1736184" y="443956"/>
                </a:lnTo>
                <a:lnTo>
                  <a:pt x="1696986" y="466554"/>
                </a:lnTo>
                <a:lnTo>
                  <a:pt x="1658117" y="489652"/>
                </a:lnTo>
                <a:lnTo>
                  <a:pt x="1619580" y="513245"/>
                </a:lnTo>
                <a:lnTo>
                  <a:pt x="1581381" y="537330"/>
                </a:lnTo>
                <a:lnTo>
                  <a:pt x="1543523" y="561900"/>
                </a:lnTo>
                <a:lnTo>
                  <a:pt x="1506010" y="586953"/>
                </a:lnTo>
                <a:lnTo>
                  <a:pt x="1468848" y="612484"/>
                </a:lnTo>
                <a:lnTo>
                  <a:pt x="1432041" y="638488"/>
                </a:lnTo>
                <a:lnTo>
                  <a:pt x="1395593" y="664961"/>
                </a:lnTo>
                <a:lnTo>
                  <a:pt x="1359508" y="691898"/>
                </a:lnTo>
                <a:lnTo>
                  <a:pt x="1323792" y="719296"/>
                </a:lnTo>
                <a:lnTo>
                  <a:pt x="1288447" y="747149"/>
                </a:lnTo>
                <a:lnTo>
                  <a:pt x="1253479" y="775454"/>
                </a:lnTo>
                <a:lnTo>
                  <a:pt x="1218893" y="804205"/>
                </a:lnTo>
                <a:lnTo>
                  <a:pt x="1184692" y="833399"/>
                </a:lnTo>
                <a:lnTo>
                  <a:pt x="1150881" y="863031"/>
                </a:lnTo>
                <a:lnTo>
                  <a:pt x="1117465" y="893096"/>
                </a:lnTo>
                <a:lnTo>
                  <a:pt x="1084447" y="923591"/>
                </a:lnTo>
                <a:lnTo>
                  <a:pt x="1051833" y="954511"/>
                </a:lnTo>
                <a:lnTo>
                  <a:pt x="1019627" y="985850"/>
                </a:lnTo>
                <a:lnTo>
                  <a:pt x="987832" y="1017606"/>
                </a:lnTo>
                <a:lnTo>
                  <a:pt x="956454" y="1049774"/>
                </a:lnTo>
                <a:lnTo>
                  <a:pt x="925497" y="1082348"/>
                </a:lnTo>
                <a:lnTo>
                  <a:pt x="894966" y="1115325"/>
                </a:lnTo>
                <a:lnTo>
                  <a:pt x="864864" y="1148701"/>
                </a:lnTo>
                <a:lnTo>
                  <a:pt x="835196" y="1182471"/>
                </a:lnTo>
                <a:lnTo>
                  <a:pt x="805967" y="1216630"/>
                </a:lnTo>
                <a:lnTo>
                  <a:pt x="777181" y="1251174"/>
                </a:lnTo>
                <a:lnTo>
                  <a:pt x="748842" y="1286098"/>
                </a:lnTo>
                <a:lnTo>
                  <a:pt x="720955" y="1321399"/>
                </a:lnTo>
                <a:lnTo>
                  <a:pt x="693525" y="1357072"/>
                </a:lnTo>
                <a:lnTo>
                  <a:pt x="666555" y="1393112"/>
                </a:lnTo>
                <a:lnTo>
                  <a:pt x="640050" y="1429516"/>
                </a:lnTo>
                <a:lnTo>
                  <a:pt x="614015" y="1466277"/>
                </a:lnTo>
                <a:lnTo>
                  <a:pt x="588454" y="1503393"/>
                </a:lnTo>
                <a:lnTo>
                  <a:pt x="563371" y="1540859"/>
                </a:lnTo>
                <a:lnTo>
                  <a:pt x="538771" y="1578670"/>
                </a:lnTo>
                <a:lnTo>
                  <a:pt x="514658" y="1616823"/>
                </a:lnTo>
                <a:lnTo>
                  <a:pt x="491036" y="1655311"/>
                </a:lnTo>
                <a:lnTo>
                  <a:pt x="467911" y="1694132"/>
                </a:lnTo>
                <a:lnTo>
                  <a:pt x="445286" y="1733281"/>
                </a:lnTo>
                <a:lnTo>
                  <a:pt x="423166" y="1772752"/>
                </a:lnTo>
                <a:lnTo>
                  <a:pt x="401555" y="1812543"/>
                </a:lnTo>
                <a:lnTo>
                  <a:pt x="380458" y="1852648"/>
                </a:lnTo>
                <a:lnTo>
                  <a:pt x="359879" y="1893063"/>
                </a:lnTo>
                <a:lnTo>
                  <a:pt x="339823" y="1933784"/>
                </a:lnTo>
                <a:lnTo>
                  <a:pt x="320293" y="1974806"/>
                </a:lnTo>
                <a:lnTo>
                  <a:pt x="301295" y="2016125"/>
                </a:lnTo>
                <a:lnTo>
                  <a:pt x="282833" y="2057737"/>
                </a:lnTo>
                <a:lnTo>
                  <a:pt x="264910" y="2099636"/>
                </a:lnTo>
                <a:lnTo>
                  <a:pt x="247533" y="2141819"/>
                </a:lnTo>
                <a:lnTo>
                  <a:pt x="230704" y="2184281"/>
                </a:lnTo>
                <a:lnTo>
                  <a:pt x="214429" y="2227018"/>
                </a:lnTo>
                <a:lnTo>
                  <a:pt x="198712" y="2270025"/>
                </a:lnTo>
                <a:lnTo>
                  <a:pt x="183557" y="2313298"/>
                </a:lnTo>
                <a:lnTo>
                  <a:pt x="168968" y="2356833"/>
                </a:lnTo>
                <a:lnTo>
                  <a:pt x="154951" y="2400625"/>
                </a:lnTo>
                <a:lnTo>
                  <a:pt x="141509" y="2444669"/>
                </a:lnTo>
                <a:lnTo>
                  <a:pt x="128647" y="2488962"/>
                </a:lnTo>
                <a:lnTo>
                  <a:pt x="116370" y="2533498"/>
                </a:lnTo>
                <a:lnTo>
                  <a:pt x="104681" y="2578274"/>
                </a:lnTo>
                <a:lnTo>
                  <a:pt x="93586" y="2623285"/>
                </a:lnTo>
                <a:lnTo>
                  <a:pt x="83088" y="2668527"/>
                </a:lnTo>
                <a:lnTo>
                  <a:pt x="73192" y="2713995"/>
                </a:lnTo>
                <a:lnTo>
                  <a:pt x="63903" y="2759685"/>
                </a:lnTo>
                <a:lnTo>
                  <a:pt x="55224" y="2805592"/>
                </a:lnTo>
                <a:lnTo>
                  <a:pt x="47161" y="2851712"/>
                </a:lnTo>
                <a:lnTo>
                  <a:pt x="39717" y="2898040"/>
                </a:lnTo>
                <a:lnTo>
                  <a:pt x="32898" y="2944573"/>
                </a:lnTo>
                <a:lnTo>
                  <a:pt x="26707" y="2991306"/>
                </a:lnTo>
                <a:lnTo>
                  <a:pt x="21148" y="3038234"/>
                </a:lnTo>
                <a:lnTo>
                  <a:pt x="16228" y="3085352"/>
                </a:lnTo>
                <a:lnTo>
                  <a:pt x="11949" y="3132658"/>
                </a:lnTo>
                <a:lnTo>
                  <a:pt x="8316" y="3180145"/>
                </a:lnTo>
                <a:lnTo>
                  <a:pt x="5334" y="3227810"/>
                </a:lnTo>
                <a:lnTo>
                  <a:pt x="3007" y="3275648"/>
                </a:lnTo>
                <a:lnTo>
                  <a:pt x="1339" y="3323656"/>
                </a:lnTo>
                <a:lnTo>
                  <a:pt x="335" y="3371827"/>
                </a:lnTo>
                <a:lnTo>
                  <a:pt x="0" y="3420159"/>
                </a:lnTo>
                <a:close/>
              </a:path>
            </a:pathLst>
          </a:custGeom>
          <a:solidFill>
            <a:srgbClr val="D6D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8340"/>
            <a:ext cx="5363845" cy="6842125"/>
          </a:xfrm>
          <a:custGeom>
            <a:avLst/>
            <a:gdLst/>
            <a:ahLst/>
            <a:cxnLst/>
            <a:rect l="l" t="t" r="r" b="b"/>
            <a:pathLst>
              <a:path w="5363845" h="6842125">
                <a:moveTo>
                  <a:pt x="5363693" y="3421035"/>
                </a:moveTo>
                <a:lnTo>
                  <a:pt x="5363295" y="3372698"/>
                </a:lnTo>
                <a:lnTo>
                  <a:pt x="5362292" y="3324521"/>
                </a:lnTo>
                <a:lnTo>
                  <a:pt x="5360627" y="3276508"/>
                </a:lnTo>
                <a:lnTo>
                  <a:pt x="5358302" y="3228664"/>
                </a:lnTo>
                <a:lnTo>
                  <a:pt x="5355324" y="3180994"/>
                </a:lnTo>
                <a:lnTo>
                  <a:pt x="5351696" y="3133502"/>
                </a:lnTo>
                <a:lnTo>
                  <a:pt x="5347422" y="3086192"/>
                </a:lnTo>
                <a:lnTo>
                  <a:pt x="5342508" y="3039068"/>
                </a:lnTo>
                <a:lnTo>
                  <a:pt x="5336957" y="2992136"/>
                </a:lnTo>
                <a:lnTo>
                  <a:pt x="5330774" y="2945399"/>
                </a:lnTo>
                <a:lnTo>
                  <a:pt x="5323963" y="2898862"/>
                </a:lnTo>
                <a:lnTo>
                  <a:pt x="5316529" y="2852529"/>
                </a:lnTo>
                <a:lnTo>
                  <a:pt x="5308476" y="2806405"/>
                </a:lnTo>
                <a:lnTo>
                  <a:pt x="5299808" y="2760494"/>
                </a:lnTo>
                <a:lnTo>
                  <a:pt x="5290531" y="2714801"/>
                </a:lnTo>
                <a:lnTo>
                  <a:pt x="5280648" y="2669329"/>
                </a:lnTo>
                <a:lnTo>
                  <a:pt x="5270163" y="2624084"/>
                </a:lnTo>
                <a:lnTo>
                  <a:pt x="5259082" y="2579070"/>
                </a:lnTo>
                <a:lnTo>
                  <a:pt x="5247408" y="2534291"/>
                </a:lnTo>
                <a:lnTo>
                  <a:pt x="5235146" y="2489751"/>
                </a:lnTo>
                <a:lnTo>
                  <a:pt x="5222301" y="2445456"/>
                </a:lnTo>
                <a:lnTo>
                  <a:pt x="5208876" y="2401409"/>
                </a:lnTo>
                <a:lnTo>
                  <a:pt x="5194877" y="2357614"/>
                </a:lnTo>
                <a:lnTo>
                  <a:pt x="5180307" y="2314077"/>
                </a:lnTo>
                <a:lnTo>
                  <a:pt x="5165171" y="2270802"/>
                </a:lnTo>
                <a:lnTo>
                  <a:pt x="5149474" y="2227792"/>
                </a:lnTo>
                <a:lnTo>
                  <a:pt x="5133220" y="2185054"/>
                </a:lnTo>
                <a:lnTo>
                  <a:pt x="5116412" y="2142589"/>
                </a:lnTo>
                <a:lnTo>
                  <a:pt x="5099057" y="2100405"/>
                </a:lnTo>
                <a:lnTo>
                  <a:pt x="5081158" y="2058504"/>
                </a:lnTo>
                <a:lnTo>
                  <a:pt x="5062719" y="2016891"/>
                </a:lnTo>
                <a:lnTo>
                  <a:pt x="5043745" y="1975570"/>
                </a:lnTo>
                <a:lnTo>
                  <a:pt x="5024240" y="1934547"/>
                </a:lnTo>
                <a:lnTo>
                  <a:pt x="5004209" y="1893825"/>
                </a:lnTo>
                <a:lnTo>
                  <a:pt x="4983656" y="1853408"/>
                </a:lnTo>
                <a:lnTo>
                  <a:pt x="4962586" y="1813302"/>
                </a:lnTo>
                <a:lnTo>
                  <a:pt x="4941003" y="1773510"/>
                </a:lnTo>
                <a:lnTo>
                  <a:pt x="4918911" y="1734037"/>
                </a:lnTo>
                <a:lnTo>
                  <a:pt x="4896315" y="1694888"/>
                </a:lnTo>
                <a:lnTo>
                  <a:pt x="4873219" y="1656067"/>
                </a:lnTo>
                <a:lnTo>
                  <a:pt x="4849627" y="1617577"/>
                </a:lnTo>
                <a:lnTo>
                  <a:pt x="4825545" y="1579425"/>
                </a:lnTo>
                <a:lnTo>
                  <a:pt x="4800976" y="1541613"/>
                </a:lnTo>
                <a:lnTo>
                  <a:pt x="4775925" y="1504147"/>
                </a:lnTo>
                <a:lnTo>
                  <a:pt x="4750396" y="1467030"/>
                </a:lnTo>
                <a:lnTo>
                  <a:pt x="4724394" y="1430268"/>
                </a:lnTo>
                <a:lnTo>
                  <a:pt x="4697923" y="1393865"/>
                </a:lnTo>
                <a:lnTo>
                  <a:pt x="4670988" y="1357825"/>
                </a:lnTo>
                <a:lnTo>
                  <a:pt x="4643592" y="1322152"/>
                </a:lnTo>
                <a:lnTo>
                  <a:pt x="4615741" y="1286851"/>
                </a:lnTo>
                <a:lnTo>
                  <a:pt x="4587438" y="1251926"/>
                </a:lnTo>
                <a:lnTo>
                  <a:pt x="4558688" y="1217382"/>
                </a:lnTo>
                <a:lnTo>
                  <a:pt x="4529496" y="1183224"/>
                </a:lnTo>
                <a:lnTo>
                  <a:pt x="4499866" y="1149455"/>
                </a:lnTo>
                <a:lnTo>
                  <a:pt x="4469803" y="1116079"/>
                </a:lnTo>
                <a:lnTo>
                  <a:pt x="4439310" y="1083102"/>
                </a:lnTo>
                <a:lnTo>
                  <a:pt x="4408392" y="1050528"/>
                </a:lnTo>
                <a:lnTo>
                  <a:pt x="4377054" y="1018362"/>
                </a:lnTo>
                <a:lnTo>
                  <a:pt x="4345299" y="986606"/>
                </a:lnTo>
                <a:lnTo>
                  <a:pt x="4313134" y="955267"/>
                </a:lnTo>
                <a:lnTo>
                  <a:pt x="4280561" y="924348"/>
                </a:lnTo>
                <a:lnTo>
                  <a:pt x="4247585" y="893854"/>
                </a:lnTo>
                <a:lnTo>
                  <a:pt x="4214211" y="863790"/>
                </a:lnTo>
                <a:lnTo>
                  <a:pt x="4180443" y="834159"/>
                </a:lnTo>
                <a:lnTo>
                  <a:pt x="4146285" y="804966"/>
                </a:lnTo>
                <a:lnTo>
                  <a:pt x="4111743" y="776215"/>
                </a:lnTo>
                <a:lnTo>
                  <a:pt x="4076819" y="747912"/>
                </a:lnTo>
                <a:lnTo>
                  <a:pt x="4041519" y="720059"/>
                </a:lnTo>
                <a:lnTo>
                  <a:pt x="4005848" y="692663"/>
                </a:lnTo>
                <a:lnTo>
                  <a:pt x="3969809" y="665726"/>
                </a:lnTo>
                <a:lnTo>
                  <a:pt x="3933407" y="639255"/>
                </a:lnTo>
                <a:lnTo>
                  <a:pt x="3896646" y="613252"/>
                </a:lnTo>
                <a:lnTo>
                  <a:pt x="3859531" y="587722"/>
                </a:lnTo>
                <a:lnTo>
                  <a:pt x="3822066" y="562670"/>
                </a:lnTo>
                <a:lnTo>
                  <a:pt x="3784255" y="538100"/>
                </a:lnTo>
                <a:lnTo>
                  <a:pt x="3746104" y="514017"/>
                </a:lnTo>
                <a:lnTo>
                  <a:pt x="3707616" y="490425"/>
                </a:lnTo>
                <a:lnTo>
                  <a:pt x="3668796" y="467329"/>
                </a:lnTo>
                <a:lnTo>
                  <a:pt x="3629648" y="444732"/>
                </a:lnTo>
                <a:lnTo>
                  <a:pt x="3590177" y="422639"/>
                </a:lnTo>
                <a:lnTo>
                  <a:pt x="3550386" y="401055"/>
                </a:lnTo>
                <a:lnTo>
                  <a:pt x="3510282" y="379984"/>
                </a:lnTo>
                <a:lnTo>
                  <a:pt x="3469867" y="359431"/>
                </a:lnTo>
                <a:lnTo>
                  <a:pt x="3429146" y="339399"/>
                </a:lnTo>
                <a:lnTo>
                  <a:pt x="3388124" y="319894"/>
                </a:lnTo>
                <a:lnTo>
                  <a:pt x="3346805" y="300920"/>
                </a:lnTo>
                <a:lnTo>
                  <a:pt x="3305193" y="282480"/>
                </a:lnTo>
                <a:lnTo>
                  <a:pt x="3263294" y="264580"/>
                </a:lnTo>
                <a:lnTo>
                  <a:pt x="3221111" y="247224"/>
                </a:lnTo>
                <a:lnTo>
                  <a:pt x="3178648" y="230417"/>
                </a:lnTo>
                <a:lnTo>
                  <a:pt x="3135911" y="214162"/>
                </a:lnTo>
                <a:lnTo>
                  <a:pt x="3092903" y="198464"/>
                </a:lnTo>
                <a:lnTo>
                  <a:pt x="3049629" y="183328"/>
                </a:lnTo>
                <a:lnTo>
                  <a:pt x="3006094" y="168758"/>
                </a:lnTo>
                <a:lnTo>
                  <a:pt x="2962301" y="154758"/>
                </a:lnTo>
                <a:lnTo>
                  <a:pt x="2918256" y="141333"/>
                </a:lnTo>
                <a:lnTo>
                  <a:pt x="2873962" y="128487"/>
                </a:lnTo>
                <a:lnTo>
                  <a:pt x="2829424" y="116225"/>
                </a:lnTo>
                <a:lnTo>
                  <a:pt x="2784647" y="104551"/>
                </a:lnTo>
                <a:lnTo>
                  <a:pt x="2739634" y="93469"/>
                </a:lnTo>
                <a:lnTo>
                  <a:pt x="2694391" y="82984"/>
                </a:lnTo>
                <a:lnTo>
                  <a:pt x="2648921" y="73101"/>
                </a:lnTo>
                <a:lnTo>
                  <a:pt x="2603229" y="63823"/>
                </a:lnTo>
                <a:lnTo>
                  <a:pt x="2557320" y="55155"/>
                </a:lnTo>
                <a:lnTo>
                  <a:pt x="2511198" y="47102"/>
                </a:lnTo>
                <a:lnTo>
                  <a:pt x="2464867" y="39668"/>
                </a:lnTo>
                <a:lnTo>
                  <a:pt x="2418332" y="32857"/>
                </a:lnTo>
                <a:lnTo>
                  <a:pt x="2371597" y="26673"/>
                </a:lnTo>
                <a:lnTo>
                  <a:pt x="2324666" y="21122"/>
                </a:lnTo>
                <a:lnTo>
                  <a:pt x="2277545" y="16207"/>
                </a:lnTo>
                <a:lnTo>
                  <a:pt x="2230237" y="11934"/>
                </a:lnTo>
                <a:lnTo>
                  <a:pt x="2182746" y="8306"/>
                </a:lnTo>
                <a:lnTo>
                  <a:pt x="2135078" y="5327"/>
                </a:lnTo>
                <a:lnTo>
                  <a:pt x="2087236" y="3003"/>
                </a:lnTo>
                <a:lnTo>
                  <a:pt x="2039226" y="1337"/>
                </a:lnTo>
                <a:lnTo>
                  <a:pt x="1991050" y="335"/>
                </a:lnTo>
                <a:lnTo>
                  <a:pt x="1942715" y="0"/>
                </a:lnTo>
                <a:lnTo>
                  <a:pt x="0" y="0"/>
                </a:lnTo>
                <a:lnTo>
                  <a:pt x="0" y="6841973"/>
                </a:lnTo>
                <a:lnTo>
                  <a:pt x="1942715" y="6841934"/>
                </a:lnTo>
                <a:lnTo>
                  <a:pt x="1991050" y="6841667"/>
                </a:lnTo>
                <a:lnTo>
                  <a:pt x="2039226" y="6840665"/>
                </a:lnTo>
                <a:lnTo>
                  <a:pt x="2087236" y="6838999"/>
                </a:lnTo>
                <a:lnTo>
                  <a:pt x="2135078" y="6836674"/>
                </a:lnTo>
                <a:lnTo>
                  <a:pt x="2182746" y="6833696"/>
                </a:lnTo>
                <a:lnTo>
                  <a:pt x="2230237" y="6830067"/>
                </a:lnTo>
                <a:lnTo>
                  <a:pt x="2277545" y="6825793"/>
                </a:lnTo>
                <a:lnTo>
                  <a:pt x="2324666" y="6820878"/>
                </a:lnTo>
                <a:lnTo>
                  <a:pt x="2371597" y="6815326"/>
                </a:lnTo>
                <a:lnTo>
                  <a:pt x="2418332" y="6809142"/>
                </a:lnTo>
                <a:lnTo>
                  <a:pt x="2464867" y="6802331"/>
                </a:lnTo>
                <a:lnTo>
                  <a:pt x="2511198" y="6794896"/>
                </a:lnTo>
                <a:lnTo>
                  <a:pt x="2557320" y="6786842"/>
                </a:lnTo>
                <a:lnTo>
                  <a:pt x="2603229" y="6778173"/>
                </a:lnTo>
                <a:lnTo>
                  <a:pt x="2648921" y="6768895"/>
                </a:lnTo>
                <a:lnTo>
                  <a:pt x="2694391" y="6759010"/>
                </a:lnTo>
                <a:lnTo>
                  <a:pt x="2739634" y="6748524"/>
                </a:lnTo>
                <a:lnTo>
                  <a:pt x="2784647" y="6737442"/>
                </a:lnTo>
                <a:lnTo>
                  <a:pt x="2829424" y="6725767"/>
                </a:lnTo>
                <a:lnTo>
                  <a:pt x="2873962" y="6713504"/>
                </a:lnTo>
                <a:lnTo>
                  <a:pt x="2918256" y="6700657"/>
                </a:lnTo>
                <a:lnTo>
                  <a:pt x="2962301" y="6687231"/>
                </a:lnTo>
                <a:lnTo>
                  <a:pt x="3006094" y="6673230"/>
                </a:lnTo>
                <a:lnTo>
                  <a:pt x="3049629" y="6658659"/>
                </a:lnTo>
                <a:lnTo>
                  <a:pt x="3092903" y="6643521"/>
                </a:lnTo>
                <a:lnTo>
                  <a:pt x="3135911" y="6627822"/>
                </a:lnTo>
                <a:lnTo>
                  <a:pt x="3178648" y="6611566"/>
                </a:lnTo>
                <a:lnTo>
                  <a:pt x="3221111" y="6594757"/>
                </a:lnTo>
                <a:lnTo>
                  <a:pt x="3263294" y="6577400"/>
                </a:lnTo>
                <a:lnTo>
                  <a:pt x="3305193" y="6559499"/>
                </a:lnTo>
                <a:lnTo>
                  <a:pt x="3346805" y="6541058"/>
                </a:lnTo>
                <a:lnTo>
                  <a:pt x="3388124" y="6522083"/>
                </a:lnTo>
                <a:lnTo>
                  <a:pt x="3429146" y="6502576"/>
                </a:lnTo>
                <a:lnTo>
                  <a:pt x="3469867" y="6482543"/>
                </a:lnTo>
                <a:lnTo>
                  <a:pt x="3510282" y="6461989"/>
                </a:lnTo>
                <a:lnTo>
                  <a:pt x="3550386" y="6440917"/>
                </a:lnTo>
                <a:lnTo>
                  <a:pt x="3590177" y="6419332"/>
                </a:lnTo>
                <a:lnTo>
                  <a:pt x="3629648" y="6397238"/>
                </a:lnTo>
                <a:lnTo>
                  <a:pt x="3668796" y="6374640"/>
                </a:lnTo>
                <a:lnTo>
                  <a:pt x="3707616" y="6351542"/>
                </a:lnTo>
                <a:lnTo>
                  <a:pt x="3746104" y="6327949"/>
                </a:lnTo>
                <a:lnTo>
                  <a:pt x="3784255" y="6303864"/>
                </a:lnTo>
                <a:lnTo>
                  <a:pt x="3822066" y="6279294"/>
                </a:lnTo>
                <a:lnTo>
                  <a:pt x="3859531" y="6254241"/>
                </a:lnTo>
                <a:lnTo>
                  <a:pt x="3896646" y="6228710"/>
                </a:lnTo>
                <a:lnTo>
                  <a:pt x="3933407" y="6202706"/>
                </a:lnTo>
                <a:lnTo>
                  <a:pt x="3969809" y="6176233"/>
                </a:lnTo>
                <a:lnTo>
                  <a:pt x="4005848" y="6149295"/>
                </a:lnTo>
                <a:lnTo>
                  <a:pt x="4041519" y="6121898"/>
                </a:lnTo>
                <a:lnTo>
                  <a:pt x="4076819" y="6094045"/>
                </a:lnTo>
                <a:lnTo>
                  <a:pt x="4111743" y="6065740"/>
                </a:lnTo>
                <a:lnTo>
                  <a:pt x="4146285" y="6036989"/>
                </a:lnTo>
                <a:lnTo>
                  <a:pt x="4180443" y="6007795"/>
                </a:lnTo>
                <a:lnTo>
                  <a:pt x="4214211" y="5978163"/>
                </a:lnTo>
                <a:lnTo>
                  <a:pt x="4247585" y="5948098"/>
                </a:lnTo>
                <a:lnTo>
                  <a:pt x="4280561" y="5917603"/>
                </a:lnTo>
                <a:lnTo>
                  <a:pt x="4313134" y="5886683"/>
                </a:lnTo>
                <a:lnTo>
                  <a:pt x="4345299" y="5855343"/>
                </a:lnTo>
                <a:lnTo>
                  <a:pt x="4377054" y="5823588"/>
                </a:lnTo>
                <a:lnTo>
                  <a:pt x="4408392" y="5791420"/>
                </a:lnTo>
                <a:lnTo>
                  <a:pt x="4439310" y="5758846"/>
                </a:lnTo>
                <a:lnTo>
                  <a:pt x="4469803" y="5725868"/>
                </a:lnTo>
                <a:lnTo>
                  <a:pt x="4499866" y="5692493"/>
                </a:lnTo>
                <a:lnTo>
                  <a:pt x="4529496" y="5658723"/>
                </a:lnTo>
                <a:lnTo>
                  <a:pt x="4558688" y="5624564"/>
                </a:lnTo>
                <a:lnTo>
                  <a:pt x="4587438" y="5590020"/>
                </a:lnTo>
                <a:lnTo>
                  <a:pt x="4615741" y="5555096"/>
                </a:lnTo>
                <a:lnTo>
                  <a:pt x="4643592" y="5519795"/>
                </a:lnTo>
                <a:lnTo>
                  <a:pt x="4670988" y="5484122"/>
                </a:lnTo>
                <a:lnTo>
                  <a:pt x="4697923" y="5448082"/>
                </a:lnTo>
                <a:lnTo>
                  <a:pt x="4724394" y="5411678"/>
                </a:lnTo>
                <a:lnTo>
                  <a:pt x="4750396" y="5374916"/>
                </a:lnTo>
                <a:lnTo>
                  <a:pt x="4775925" y="5337800"/>
                </a:lnTo>
                <a:lnTo>
                  <a:pt x="4800976" y="5300335"/>
                </a:lnTo>
                <a:lnTo>
                  <a:pt x="4825545" y="5262523"/>
                </a:lnTo>
                <a:lnTo>
                  <a:pt x="4849627" y="5224371"/>
                </a:lnTo>
                <a:lnTo>
                  <a:pt x="4873219" y="5185883"/>
                </a:lnTo>
                <a:lnTo>
                  <a:pt x="4896315" y="5147062"/>
                </a:lnTo>
                <a:lnTo>
                  <a:pt x="4918911" y="5107913"/>
                </a:lnTo>
                <a:lnTo>
                  <a:pt x="4941003" y="5068442"/>
                </a:lnTo>
                <a:lnTo>
                  <a:pt x="4962586" y="5028651"/>
                </a:lnTo>
                <a:lnTo>
                  <a:pt x="4983656" y="4988546"/>
                </a:lnTo>
                <a:lnTo>
                  <a:pt x="5004209" y="4948130"/>
                </a:lnTo>
                <a:lnTo>
                  <a:pt x="5024240" y="4907410"/>
                </a:lnTo>
                <a:lnTo>
                  <a:pt x="5043745" y="4866388"/>
                </a:lnTo>
                <a:lnTo>
                  <a:pt x="5062719" y="4825069"/>
                </a:lnTo>
                <a:lnTo>
                  <a:pt x="5081158" y="4783457"/>
                </a:lnTo>
                <a:lnTo>
                  <a:pt x="5099057" y="4741558"/>
                </a:lnTo>
                <a:lnTo>
                  <a:pt x="5116412" y="4699375"/>
                </a:lnTo>
                <a:lnTo>
                  <a:pt x="5133220" y="4656913"/>
                </a:lnTo>
                <a:lnTo>
                  <a:pt x="5149474" y="4614176"/>
                </a:lnTo>
                <a:lnTo>
                  <a:pt x="5165171" y="4571169"/>
                </a:lnTo>
                <a:lnTo>
                  <a:pt x="5180307" y="4527896"/>
                </a:lnTo>
                <a:lnTo>
                  <a:pt x="5194877" y="4484361"/>
                </a:lnTo>
                <a:lnTo>
                  <a:pt x="5208876" y="4440569"/>
                </a:lnTo>
                <a:lnTo>
                  <a:pt x="5222301" y="4396525"/>
                </a:lnTo>
                <a:lnTo>
                  <a:pt x="5235146" y="4352232"/>
                </a:lnTo>
                <a:lnTo>
                  <a:pt x="5247408" y="4307696"/>
                </a:lnTo>
                <a:lnTo>
                  <a:pt x="5259082" y="4262920"/>
                </a:lnTo>
                <a:lnTo>
                  <a:pt x="5270163" y="4217909"/>
                </a:lnTo>
                <a:lnTo>
                  <a:pt x="5280648" y="4172667"/>
                </a:lnTo>
                <a:lnTo>
                  <a:pt x="5290531" y="4127199"/>
                </a:lnTo>
                <a:lnTo>
                  <a:pt x="5299808" y="4081509"/>
                </a:lnTo>
                <a:lnTo>
                  <a:pt x="5308476" y="4035602"/>
                </a:lnTo>
                <a:lnTo>
                  <a:pt x="5316529" y="3989482"/>
                </a:lnTo>
                <a:lnTo>
                  <a:pt x="5323963" y="3943153"/>
                </a:lnTo>
                <a:lnTo>
                  <a:pt x="5330774" y="3896621"/>
                </a:lnTo>
                <a:lnTo>
                  <a:pt x="5336957" y="3849888"/>
                </a:lnTo>
                <a:lnTo>
                  <a:pt x="5342508" y="3802960"/>
                </a:lnTo>
                <a:lnTo>
                  <a:pt x="5347422" y="3755842"/>
                </a:lnTo>
                <a:lnTo>
                  <a:pt x="5351696" y="3708536"/>
                </a:lnTo>
                <a:lnTo>
                  <a:pt x="5355324" y="3661049"/>
                </a:lnTo>
                <a:lnTo>
                  <a:pt x="5358302" y="3613384"/>
                </a:lnTo>
                <a:lnTo>
                  <a:pt x="5360627" y="3565546"/>
                </a:lnTo>
                <a:lnTo>
                  <a:pt x="5362292" y="3517538"/>
                </a:lnTo>
                <a:lnTo>
                  <a:pt x="5363295" y="3469367"/>
                </a:lnTo>
                <a:lnTo>
                  <a:pt x="5363693" y="3421035"/>
                </a:lnTo>
                <a:close/>
              </a:path>
            </a:pathLst>
          </a:custGeom>
          <a:solidFill>
            <a:srgbClr val="D6D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52412" y="261937"/>
            <a:ext cx="11696700" cy="6362065"/>
          </a:xfrm>
          <a:custGeom>
            <a:avLst/>
            <a:gdLst/>
            <a:ahLst/>
            <a:cxnLst/>
            <a:rect l="l" t="t" r="r" b="b"/>
            <a:pathLst>
              <a:path w="11696700" h="6362065">
                <a:moveTo>
                  <a:pt x="0" y="6343650"/>
                </a:moveTo>
                <a:lnTo>
                  <a:pt x="11696700" y="6343650"/>
                </a:lnTo>
                <a:lnTo>
                  <a:pt x="11696700" y="0"/>
                </a:lnTo>
                <a:lnTo>
                  <a:pt x="0" y="0"/>
                </a:lnTo>
                <a:lnTo>
                  <a:pt x="0" y="6343650"/>
                </a:lnTo>
                <a:close/>
              </a:path>
              <a:path w="11696700" h="6362065">
                <a:moveTo>
                  <a:pt x="2276538" y="63"/>
                </a:moveTo>
                <a:lnTo>
                  <a:pt x="2276538" y="2799524"/>
                </a:lnTo>
              </a:path>
              <a:path w="11696700" h="6362065">
                <a:moveTo>
                  <a:pt x="2276538" y="3562413"/>
                </a:moveTo>
                <a:lnTo>
                  <a:pt x="2276538" y="6361912"/>
                </a:lnTo>
              </a:path>
            </a:pathLst>
          </a:custGeom>
          <a:ln w="44450">
            <a:solidFill>
              <a:srgbClr val="49525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95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95255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ts val="21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95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95255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ts val="21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3638550" cy="6858000"/>
          </a:xfrm>
          <a:custGeom>
            <a:avLst/>
            <a:gdLst/>
            <a:ahLst/>
            <a:cxnLst/>
            <a:rect l="l" t="t" r="r" b="b"/>
            <a:pathLst>
              <a:path w="3638550" h="6858000">
                <a:moveTo>
                  <a:pt x="607645" y="0"/>
                </a:moveTo>
                <a:lnTo>
                  <a:pt x="0" y="0"/>
                </a:lnTo>
                <a:lnTo>
                  <a:pt x="0" y="6858000"/>
                </a:lnTo>
                <a:lnTo>
                  <a:pt x="841171" y="6858000"/>
                </a:lnTo>
                <a:lnTo>
                  <a:pt x="866916" y="6852870"/>
                </a:lnTo>
                <a:lnTo>
                  <a:pt x="912447" y="6843158"/>
                </a:lnTo>
                <a:lnTo>
                  <a:pt x="957755" y="6832855"/>
                </a:lnTo>
                <a:lnTo>
                  <a:pt x="1002838" y="6821964"/>
                </a:lnTo>
                <a:lnTo>
                  <a:pt x="1047689" y="6810490"/>
                </a:lnTo>
                <a:lnTo>
                  <a:pt x="1092306" y="6798438"/>
                </a:lnTo>
                <a:lnTo>
                  <a:pt x="1136684" y="6785811"/>
                </a:lnTo>
                <a:lnTo>
                  <a:pt x="1180818" y="6772614"/>
                </a:lnTo>
                <a:lnTo>
                  <a:pt x="1224705" y="6758851"/>
                </a:lnTo>
                <a:lnTo>
                  <a:pt x="1268340" y="6744525"/>
                </a:lnTo>
                <a:lnTo>
                  <a:pt x="1311719" y="6729643"/>
                </a:lnTo>
                <a:lnTo>
                  <a:pt x="1354837" y="6714207"/>
                </a:lnTo>
                <a:lnTo>
                  <a:pt x="1397691" y="6698222"/>
                </a:lnTo>
                <a:lnTo>
                  <a:pt x="1440276" y="6681692"/>
                </a:lnTo>
                <a:lnTo>
                  <a:pt x="1482587" y="6664622"/>
                </a:lnTo>
                <a:lnTo>
                  <a:pt x="1524622" y="6647015"/>
                </a:lnTo>
                <a:lnTo>
                  <a:pt x="1566374" y="6628876"/>
                </a:lnTo>
                <a:lnTo>
                  <a:pt x="1607841" y="6610210"/>
                </a:lnTo>
                <a:lnTo>
                  <a:pt x="1649018" y="6591019"/>
                </a:lnTo>
                <a:lnTo>
                  <a:pt x="1689900" y="6571310"/>
                </a:lnTo>
                <a:lnTo>
                  <a:pt x="1730484" y="6551085"/>
                </a:lnTo>
                <a:lnTo>
                  <a:pt x="1770765" y="6530350"/>
                </a:lnTo>
                <a:lnTo>
                  <a:pt x="1810738" y="6509108"/>
                </a:lnTo>
                <a:lnTo>
                  <a:pt x="1850401" y="6487363"/>
                </a:lnTo>
                <a:lnTo>
                  <a:pt x="1889747" y="6465121"/>
                </a:lnTo>
                <a:lnTo>
                  <a:pt x="1928774" y="6442385"/>
                </a:lnTo>
                <a:lnTo>
                  <a:pt x="1967477" y="6419159"/>
                </a:lnTo>
                <a:lnTo>
                  <a:pt x="2005851" y="6395448"/>
                </a:lnTo>
                <a:lnTo>
                  <a:pt x="2043893" y="6371255"/>
                </a:lnTo>
                <a:lnTo>
                  <a:pt x="2081598" y="6346586"/>
                </a:lnTo>
                <a:lnTo>
                  <a:pt x="2118962" y="6321444"/>
                </a:lnTo>
                <a:lnTo>
                  <a:pt x="2155980" y="6295834"/>
                </a:lnTo>
                <a:lnTo>
                  <a:pt x="2192649" y="6269760"/>
                </a:lnTo>
                <a:lnTo>
                  <a:pt x="2228964" y="6243226"/>
                </a:lnTo>
                <a:lnTo>
                  <a:pt x="2264920" y="6216236"/>
                </a:lnTo>
                <a:lnTo>
                  <a:pt x="2300515" y="6188795"/>
                </a:lnTo>
                <a:lnTo>
                  <a:pt x="2335742" y="6160906"/>
                </a:lnTo>
                <a:lnTo>
                  <a:pt x="2370599" y="6132575"/>
                </a:lnTo>
                <a:lnTo>
                  <a:pt x="2405081" y="6103806"/>
                </a:lnTo>
                <a:lnTo>
                  <a:pt x="2439184" y="6074601"/>
                </a:lnTo>
                <a:lnTo>
                  <a:pt x="2472902" y="6044967"/>
                </a:lnTo>
                <a:lnTo>
                  <a:pt x="2506233" y="6014907"/>
                </a:lnTo>
                <a:lnTo>
                  <a:pt x="2539172" y="5984425"/>
                </a:lnTo>
                <a:lnTo>
                  <a:pt x="2571715" y="5953526"/>
                </a:lnTo>
                <a:lnTo>
                  <a:pt x="2603857" y="5922214"/>
                </a:lnTo>
                <a:lnTo>
                  <a:pt x="2635594" y="5890492"/>
                </a:lnTo>
                <a:lnTo>
                  <a:pt x="2666922" y="5858366"/>
                </a:lnTo>
                <a:lnTo>
                  <a:pt x="2697836" y="5825840"/>
                </a:lnTo>
                <a:lnTo>
                  <a:pt x="2728333" y="5792918"/>
                </a:lnTo>
                <a:lnTo>
                  <a:pt x="2758408" y="5759603"/>
                </a:lnTo>
                <a:lnTo>
                  <a:pt x="2788057" y="5725901"/>
                </a:lnTo>
                <a:lnTo>
                  <a:pt x="2817276" y="5691816"/>
                </a:lnTo>
                <a:lnTo>
                  <a:pt x="2846060" y="5657351"/>
                </a:lnTo>
                <a:lnTo>
                  <a:pt x="2874405" y="5622512"/>
                </a:lnTo>
                <a:lnTo>
                  <a:pt x="2902307" y="5587301"/>
                </a:lnTo>
                <a:lnTo>
                  <a:pt x="2929762" y="5551725"/>
                </a:lnTo>
                <a:lnTo>
                  <a:pt x="2956765" y="5515786"/>
                </a:lnTo>
                <a:lnTo>
                  <a:pt x="2983313" y="5479489"/>
                </a:lnTo>
                <a:lnTo>
                  <a:pt x="3009400" y="5442839"/>
                </a:lnTo>
                <a:lnTo>
                  <a:pt x="3035023" y="5405839"/>
                </a:lnTo>
                <a:lnTo>
                  <a:pt x="3060177" y="5368494"/>
                </a:lnTo>
                <a:lnTo>
                  <a:pt x="3084858" y="5330808"/>
                </a:lnTo>
                <a:lnTo>
                  <a:pt x="3109063" y="5292785"/>
                </a:lnTo>
                <a:lnTo>
                  <a:pt x="3132786" y="5254430"/>
                </a:lnTo>
                <a:lnTo>
                  <a:pt x="3156023" y="5215747"/>
                </a:lnTo>
                <a:lnTo>
                  <a:pt x="3178771" y="5176739"/>
                </a:lnTo>
                <a:lnTo>
                  <a:pt x="3201024" y="5137412"/>
                </a:lnTo>
                <a:lnTo>
                  <a:pt x="3222779" y="5097770"/>
                </a:lnTo>
                <a:lnTo>
                  <a:pt x="3244032" y="5057816"/>
                </a:lnTo>
                <a:lnTo>
                  <a:pt x="3264777" y="5017556"/>
                </a:lnTo>
                <a:lnTo>
                  <a:pt x="3285012" y="4976992"/>
                </a:lnTo>
                <a:lnTo>
                  <a:pt x="3304731" y="4936130"/>
                </a:lnTo>
                <a:lnTo>
                  <a:pt x="3323931" y="4894974"/>
                </a:lnTo>
                <a:lnTo>
                  <a:pt x="3342607" y="4853528"/>
                </a:lnTo>
                <a:lnTo>
                  <a:pt x="3360754" y="4811797"/>
                </a:lnTo>
                <a:lnTo>
                  <a:pt x="3378370" y="4769784"/>
                </a:lnTo>
                <a:lnTo>
                  <a:pt x="3395449" y="4727493"/>
                </a:lnTo>
                <a:lnTo>
                  <a:pt x="3411987" y="4684930"/>
                </a:lnTo>
                <a:lnTo>
                  <a:pt x="3427980" y="4642098"/>
                </a:lnTo>
                <a:lnTo>
                  <a:pt x="3443423" y="4599001"/>
                </a:lnTo>
                <a:lnTo>
                  <a:pt x="3458313" y="4555644"/>
                </a:lnTo>
                <a:lnTo>
                  <a:pt x="3472645" y="4512031"/>
                </a:lnTo>
                <a:lnTo>
                  <a:pt x="3486415" y="4468166"/>
                </a:lnTo>
                <a:lnTo>
                  <a:pt x="3499619" y="4424054"/>
                </a:lnTo>
                <a:lnTo>
                  <a:pt x="3512252" y="4379699"/>
                </a:lnTo>
                <a:lnTo>
                  <a:pt x="3524310" y="4335105"/>
                </a:lnTo>
                <a:lnTo>
                  <a:pt x="3535790" y="4290275"/>
                </a:lnTo>
                <a:lnTo>
                  <a:pt x="3546686" y="4245216"/>
                </a:lnTo>
                <a:lnTo>
                  <a:pt x="3556994" y="4199930"/>
                </a:lnTo>
                <a:lnTo>
                  <a:pt x="3566711" y="4154422"/>
                </a:lnTo>
                <a:lnTo>
                  <a:pt x="3575831" y="4108696"/>
                </a:lnTo>
                <a:lnTo>
                  <a:pt x="3584351" y="4062757"/>
                </a:lnTo>
                <a:lnTo>
                  <a:pt x="3592267" y="4016609"/>
                </a:lnTo>
                <a:lnTo>
                  <a:pt x="3599573" y="3970255"/>
                </a:lnTo>
                <a:lnTo>
                  <a:pt x="3606267" y="3923701"/>
                </a:lnTo>
                <a:lnTo>
                  <a:pt x="3612343" y="3876950"/>
                </a:lnTo>
                <a:lnTo>
                  <a:pt x="3617798" y="3830007"/>
                </a:lnTo>
                <a:lnTo>
                  <a:pt x="3622627" y="3782876"/>
                </a:lnTo>
                <a:lnTo>
                  <a:pt x="3626826" y="3735561"/>
                </a:lnTo>
                <a:lnTo>
                  <a:pt x="3630390" y="3688066"/>
                </a:lnTo>
                <a:lnTo>
                  <a:pt x="3633316" y="3640397"/>
                </a:lnTo>
                <a:lnTo>
                  <a:pt x="3635599" y="3592556"/>
                </a:lnTo>
                <a:lnTo>
                  <a:pt x="3637236" y="3544548"/>
                </a:lnTo>
                <a:lnTo>
                  <a:pt x="3638220" y="3496378"/>
                </a:lnTo>
                <a:lnTo>
                  <a:pt x="3638550" y="3448050"/>
                </a:lnTo>
                <a:lnTo>
                  <a:pt x="3638220" y="3399721"/>
                </a:lnTo>
                <a:lnTo>
                  <a:pt x="3637236" y="3351551"/>
                </a:lnTo>
                <a:lnTo>
                  <a:pt x="3635599" y="3303543"/>
                </a:lnTo>
                <a:lnTo>
                  <a:pt x="3633316" y="3255702"/>
                </a:lnTo>
                <a:lnTo>
                  <a:pt x="3630390" y="3208033"/>
                </a:lnTo>
                <a:lnTo>
                  <a:pt x="3626826" y="3160538"/>
                </a:lnTo>
                <a:lnTo>
                  <a:pt x="3622627" y="3113223"/>
                </a:lnTo>
                <a:lnTo>
                  <a:pt x="3617798" y="3066092"/>
                </a:lnTo>
                <a:lnTo>
                  <a:pt x="3612343" y="3019149"/>
                </a:lnTo>
                <a:lnTo>
                  <a:pt x="3606267" y="2972398"/>
                </a:lnTo>
                <a:lnTo>
                  <a:pt x="3599573" y="2925844"/>
                </a:lnTo>
                <a:lnTo>
                  <a:pt x="3592267" y="2879490"/>
                </a:lnTo>
                <a:lnTo>
                  <a:pt x="3584351" y="2833342"/>
                </a:lnTo>
                <a:lnTo>
                  <a:pt x="3575831" y="2787403"/>
                </a:lnTo>
                <a:lnTo>
                  <a:pt x="3566711" y="2741677"/>
                </a:lnTo>
                <a:lnTo>
                  <a:pt x="3556994" y="2696169"/>
                </a:lnTo>
                <a:lnTo>
                  <a:pt x="3546686" y="2650883"/>
                </a:lnTo>
                <a:lnTo>
                  <a:pt x="3535790" y="2605823"/>
                </a:lnTo>
                <a:lnTo>
                  <a:pt x="3524310" y="2560994"/>
                </a:lnTo>
                <a:lnTo>
                  <a:pt x="3512252" y="2516400"/>
                </a:lnTo>
                <a:lnTo>
                  <a:pt x="3499619" y="2472045"/>
                </a:lnTo>
                <a:lnTo>
                  <a:pt x="3486415" y="2427932"/>
                </a:lnTo>
                <a:lnTo>
                  <a:pt x="3472645" y="2384068"/>
                </a:lnTo>
                <a:lnTo>
                  <a:pt x="3458313" y="2340455"/>
                </a:lnTo>
                <a:lnTo>
                  <a:pt x="3443423" y="2297098"/>
                </a:lnTo>
                <a:lnTo>
                  <a:pt x="3427980" y="2254001"/>
                </a:lnTo>
                <a:lnTo>
                  <a:pt x="3411987" y="2211169"/>
                </a:lnTo>
                <a:lnTo>
                  <a:pt x="3395449" y="2168606"/>
                </a:lnTo>
                <a:lnTo>
                  <a:pt x="3378370" y="2126315"/>
                </a:lnTo>
                <a:lnTo>
                  <a:pt x="3360754" y="2084302"/>
                </a:lnTo>
                <a:lnTo>
                  <a:pt x="3342607" y="2042570"/>
                </a:lnTo>
                <a:lnTo>
                  <a:pt x="3323931" y="2001124"/>
                </a:lnTo>
                <a:lnTo>
                  <a:pt x="3304731" y="1959968"/>
                </a:lnTo>
                <a:lnTo>
                  <a:pt x="3285012" y="1919106"/>
                </a:lnTo>
                <a:lnTo>
                  <a:pt x="3264777" y="1878543"/>
                </a:lnTo>
                <a:lnTo>
                  <a:pt x="3244032" y="1838283"/>
                </a:lnTo>
                <a:lnTo>
                  <a:pt x="3222779" y="1798329"/>
                </a:lnTo>
                <a:lnTo>
                  <a:pt x="3201024" y="1758686"/>
                </a:lnTo>
                <a:lnTo>
                  <a:pt x="3178771" y="1719359"/>
                </a:lnTo>
                <a:lnTo>
                  <a:pt x="3156023" y="1680352"/>
                </a:lnTo>
                <a:lnTo>
                  <a:pt x="3132786" y="1641669"/>
                </a:lnTo>
                <a:lnTo>
                  <a:pt x="3109063" y="1603314"/>
                </a:lnTo>
                <a:lnTo>
                  <a:pt x="3084858" y="1565291"/>
                </a:lnTo>
                <a:lnTo>
                  <a:pt x="3060177" y="1527605"/>
                </a:lnTo>
                <a:lnTo>
                  <a:pt x="3035023" y="1490260"/>
                </a:lnTo>
                <a:lnTo>
                  <a:pt x="3009400" y="1453260"/>
                </a:lnTo>
                <a:lnTo>
                  <a:pt x="2983313" y="1416609"/>
                </a:lnTo>
                <a:lnTo>
                  <a:pt x="2956765" y="1380313"/>
                </a:lnTo>
                <a:lnTo>
                  <a:pt x="2929762" y="1344374"/>
                </a:lnTo>
                <a:lnTo>
                  <a:pt x="2902307" y="1308797"/>
                </a:lnTo>
                <a:lnTo>
                  <a:pt x="2874405" y="1273587"/>
                </a:lnTo>
                <a:lnTo>
                  <a:pt x="2846060" y="1238747"/>
                </a:lnTo>
                <a:lnTo>
                  <a:pt x="2817276" y="1204283"/>
                </a:lnTo>
                <a:lnTo>
                  <a:pt x="2788057" y="1170197"/>
                </a:lnTo>
                <a:lnTo>
                  <a:pt x="2758408" y="1136495"/>
                </a:lnTo>
                <a:lnTo>
                  <a:pt x="2728333" y="1103181"/>
                </a:lnTo>
                <a:lnTo>
                  <a:pt x="2697836" y="1070258"/>
                </a:lnTo>
                <a:lnTo>
                  <a:pt x="2666922" y="1037732"/>
                </a:lnTo>
                <a:lnTo>
                  <a:pt x="2635594" y="1005606"/>
                </a:lnTo>
                <a:lnTo>
                  <a:pt x="2603857" y="973885"/>
                </a:lnTo>
                <a:lnTo>
                  <a:pt x="2571715" y="942572"/>
                </a:lnTo>
                <a:lnTo>
                  <a:pt x="2539172" y="911673"/>
                </a:lnTo>
                <a:lnTo>
                  <a:pt x="2506233" y="881191"/>
                </a:lnTo>
                <a:lnTo>
                  <a:pt x="2472902" y="851131"/>
                </a:lnTo>
                <a:lnTo>
                  <a:pt x="2439184" y="821497"/>
                </a:lnTo>
                <a:lnTo>
                  <a:pt x="2405081" y="792293"/>
                </a:lnTo>
                <a:lnTo>
                  <a:pt x="2370599" y="763523"/>
                </a:lnTo>
                <a:lnTo>
                  <a:pt x="2335742" y="735192"/>
                </a:lnTo>
                <a:lnTo>
                  <a:pt x="2300515" y="707303"/>
                </a:lnTo>
                <a:lnTo>
                  <a:pt x="2264920" y="679862"/>
                </a:lnTo>
                <a:lnTo>
                  <a:pt x="2228964" y="652873"/>
                </a:lnTo>
                <a:lnTo>
                  <a:pt x="2192649" y="626338"/>
                </a:lnTo>
                <a:lnTo>
                  <a:pt x="2155980" y="600264"/>
                </a:lnTo>
                <a:lnTo>
                  <a:pt x="2118962" y="574654"/>
                </a:lnTo>
                <a:lnTo>
                  <a:pt x="2081598" y="549512"/>
                </a:lnTo>
                <a:lnTo>
                  <a:pt x="2043893" y="524843"/>
                </a:lnTo>
                <a:lnTo>
                  <a:pt x="2005851" y="500650"/>
                </a:lnTo>
                <a:lnTo>
                  <a:pt x="1967477" y="476939"/>
                </a:lnTo>
                <a:lnTo>
                  <a:pt x="1928774" y="453713"/>
                </a:lnTo>
                <a:lnTo>
                  <a:pt x="1889747" y="430977"/>
                </a:lnTo>
                <a:lnTo>
                  <a:pt x="1850401" y="408735"/>
                </a:lnTo>
                <a:lnTo>
                  <a:pt x="1810738" y="386990"/>
                </a:lnTo>
                <a:lnTo>
                  <a:pt x="1770765" y="365748"/>
                </a:lnTo>
                <a:lnTo>
                  <a:pt x="1730484" y="345013"/>
                </a:lnTo>
                <a:lnTo>
                  <a:pt x="1689900" y="324788"/>
                </a:lnTo>
                <a:lnTo>
                  <a:pt x="1649018" y="305079"/>
                </a:lnTo>
                <a:lnTo>
                  <a:pt x="1607841" y="285888"/>
                </a:lnTo>
                <a:lnTo>
                  <a:pt x="1566374" y="267222"/>
                </a:lnTo>
                <a:lnTo>
                  <a:pt x="1524622" y="249083"/>
                </a:lnTo>
                <a:lnTo>
                  <a:pt x="1482587" y="231476"/>
                </a:lnTo>
                <a:lnTo>
                  <a:pt x="1440276" y="214406"/>
                </a:lnTo>
                <a:lnTo>
                  <a:pt x="1397691" y="197876"/>
                </a:lnTo>
                <a:lnTo>
                  <a:pt x="1354837" y="181891"/>
                </a:lnTo>
                <a:lnTo>
                  <a:pt x="1311719" y="166455"/>
                </a:lnTo>
                <a:lnTo>
                  <a:pt x="1268340" y="151572"/>
                </a:lnTo>
                <a:lnTo>
                  <a:pt x="1224705" y="137247"/>
                </a:lnTo>
                <a:lnTo>
                  <a:pt x="1180818" y="123484"/>
                </a:lnTo>
                <a:lnTo>
                  <a:pt x="1136684" y="110287"/>
                </a:lnTo>
                <a:lnTo>
                  <a:pt x="1092306" y="97660"/>
                </a:lnTo>
                <a:lnTo>
                  <a:pt x="1047689" y="85607"/>
                </a:lnTo>
                <a:lnTo>
                  <a:pt x="1002838" y="74134"/>
                </a:lnTo>
                <a:lnTo>
                  <a:pt x="957755" y="63243"/>
                </a:lnTo>
                <a:lnTo>
                  <a:pt x="912447" y="52940"/>
                </a:lnTo>
                <a:lnTo>
                  <a:pt x="866916" y="43228"/>
                </a:lnTo>
                <a:lnTo>
                  <a:pt x="821167" y="34112"/>
                </a:lnTo>
                <a:lnTo>
                  <a:pt x="775204" y="25596"/>
                </a:lnTo>
                <a:lnTo>
                  <a:pt x="729032" y="17685"/>
                </a:lnTo>
                <a:lnTo>
                  <a:pt x="682655" y="10382"/>
                </a:lnTo>
                <a:lnTo>
                  <a:pt x="636078" y="3691"/>
                </a:lnTo>
                <a:lnTo>
                  <a:pt x="607645" y="0"/>
                </a:lnTo>
                <a:close/>
              </a:path>
            </a:pathLst>
          </a:custGeom>
          <a:solidFill>
            <a:srgbClr val="F5DF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52412" y="261937"/>
            <a:ext cx="11696700" cy="6362065"/>
          </a:xfrm>
          <a:custGeom>
            <a:avLst/>
            <a:gdLst/>
            <a:ahLst/>
            <a:cxnLst/>
            <a:rect l="l" t="t" r="r" b="b"/>
            <a:pathLst>
              <a:path w="11696700" h="6362065">
                <a:moveTo>
                  <a:pt x="0" y="6343650"/>
                </a:moveTo>
                <a:lnTo>
                  <a:pt x="11696700" y="6343650"/>
                </a:lnTo>
                <a:lnTo>
                  <a:pt x="11696700" y="0"/>
                </a:lnTo>
                <a:lnTo>
                  <a:pt x="0" y="0"/>
                </a:lnTo>
                <a:lnTo>
                  <a:pt x="0" y="6343650"/>
                </a:lnTo>
                <a:close/>
              </a:path>
              <a:path w="11696700" h="6362065">
                <a:moveTo>
                  <a:pt x="2276538" y="63"/>
                </a:moveTo>
                <a:lnTo>
                  <a:pt x="2276538" y="2799524"/>
                </a:lnTo>
              </a:path>
              <a:path w="11696700" h="6362065">
                <a:moveTo>
                  <a:pt x="2276538" y="3562413"/>
                </a:moveTo>
                <a:lnTo>
                  <a:pt x="2276538" y="6361912"/>
                </a:lnTo>
              </a:path>
            </a:pathLst>
          </a:custGeom>
          <a:ln w="44450">
            <a:solidFill>
              <a:srgbClr val="49525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95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95255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ts val="21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95255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ts val="21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7590" y="2454846"/>
            <a:ext cx="5375909" cy="1547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5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161651" y="6253495"/>
            <a:ext cx="374650" cy="3933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495255"/>
                </a:solidFill>
                <a:latin typeface="Trebuchet MS"/>
                <a:cs typeface="Trebuchet MS"/>
              </a:defRPr>
            </a:lvl1pPr>
          </a:lstStyle>
          <a:p>
            <a:pPr marL="59055">
              <a:lnSpc>
                <a:spcPts val="21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3629" y="399478"/>
            <a:ext cx="894778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5" i="0">
                <a:solidFill>
                  <a:srgbClr val="006FC0"/>
                </a:solidFill>
                <a:latin typeface="Times New Roman"/>
                <a:cs typeface="Times New Roman"/>
              </a:rPr>
              <a:t>TITLE:</a:t>
            </a:r>
            <a:r>
              <a:rPr dirty="0" sz="2400" spc="55" i="0">
                <a:solidFill>
                  <a:srgbClr val="495255"/>
                </a:solidFill>
                <a:latin typeface="Trebuchet MS"/>
                <a:cs typeface="Trebuchet MS"/>
              </a:rPr>
              <a:t>AUTOMATED</a:t>
            </a:r>
            <a:r>
              <a:rPr dirty="0" sz="2400" spc="15" i="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2400" spc="130" i="0">
                <a:solidFill>
                  <a:srgbClr val="495255"/>
                </a:solidFill>
                <a:latin typeface="Trebuchet MS"/>
                <a:cs typeface="Trebuchet MS"/>
              </a:rPr>
              <a:t>CANDIDATE</a:t>
            </a:r>
            <a:r>
              <a:rPr dirty="0" sz="2400" spc="-75" i="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2400" i="0">
                <a:solidFill>
                  <a:srgbClr val="495255"/>
                </a:solidFill>
                <a:latin typeface="Trebuchet MS"/>
                <a:cs typeface="Trebuchet MS"/>
              </a:rPr>
              <a:t>RESUME</a:t>
            </a:r>
            <a:r>
              <a:rPr dirty="0" sz="2400" spc="5" i="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2400" spc="50" i="0">
                <a:solidFill>
                  <a:srgbClr val="495255"/>
                </a:solidFill>
                <a:latin typeface="Trebuchet MS"/>
                <a:cs typeface="Trebuchet MS"/>
              </a:rPr>
              <a:t>SHORTLISTING</a:t>
            </a:r>
            <a:r>
              <a:rPr dirty="0" sz="2400" spc="-50" i="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2400" spc="-10" i="0">
                <a:solidFill>
                  <a:srgbClr val="495255"/>
                </a:solidFill>
                <a:latin typeface="Trebuchet MS"/>
                <a:cs typeface="Trebuchet MS"/>
              </a:rPr>
              <a:t>SYSTEM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1700" y="5086350"/>
            <a:ext cx="1724025" cy="9239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315584" y="1219390"/>
            <a:ext cx="3221990" cy="368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160655" indent="1270">
              <a:lnSpc>
                <a:spcPct val="114799"/>
              </a:lnSpc>
              <a:spcBef>
                <a:spcPts val="100"/>
              </a:spcBef>
            </a:pPr>
            <a:r>
              <a:rPr dirty="0" sz="2400">
                <a:solidFill>
                  <a:srgbClr val="252525"/>
                </a:solidFill>
                <a:latin typeface="Times New Roman"/>
                <a:cs typeface="Times New Roman"/>
              </a:rPr>
              <a:t>Student</a:t>
            </a:r>
            <a:r>
              <a:rPr dirty="0" sz="2400" spc="-3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525"/>
                </a:solidFill>
                <a:latin typeface="Times New Roman"/>
                <a:cs typeface="Times New Roman"/>
              </a:rPr>
              <a:t>Name:</a:t>
            </a:r>
            <a:r>
              <a:rPr dirty="0" sz="2400" spc="-3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252525"/>
                </a:solidFill>
                <a:latin typeface="Times New Roman"/>
                <a:cs typeface="Times New Roman"/>
              </a:rPr>
              <a:t>Jahnavi </a:t>
            </a:r>
            <a:r>
              <a:rPr dirty="0" sz="2400">
                <a:solidFill>
                  <a:srgbClr val="252525"/>
                </a:solidFill>
                <a:latin typeface="Times New Roman"/>
                <a:cs typeface="Times New Roman"/>
              </a:rPr>
              <a:t>Student</a:t>
            </a:r>
            <a:r>
              <a:rPr dirty="0" sz="2400" spc="-15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52525"/>
                </a:solidFill>
                <a:latin typeface="Times New Roman"/>
                <a:cs typeface="Times New Roman"/>
              </a:rPr>
              <a:t>ID:</a:t>
            </a:r>
            <a:r>
              <a:rPr dirty="0" sz="2400" spc="-85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252525"/>
                </a:solidFill>
                <a:latin typeface="Times New Roman"/>
                <a:cs typeface="Times New Roman"/>
              </a:rPr>
              <a:t>25200</a:t>
            </a:r>
            <a:r>
              <a:rPr dirty="0" sz="2400" spc="-25">
                <a:solidFill>
                  <a:srgbClr val="252525"/>
                </a:solidFill>
                <a:latin typeface="Times New Roman"/>
                <a:cs typeface="Times New Roman"/>
              </a:rPr>
              <a:t>3</a:t>
            </a:r>
            <a:r>
              <a:rPr dirty="0" sz="2400" spc="-15">
                <a:solidFill>
                  <a:srgbClr val="252525"/>
                </a:solidFill>
                <a:latin typeface="Times New Roman"/>
                <a:cs typeface="Times New Roman"/>
              </a:rPr>
              <a:t>056</a:t>
            </a:r>
            <a:r>
              <a:rPr dirty="0" sz="2400" spc="25">
                <a:solidFill>
                  <a:srgbClr val="252525"/>
                </a:solidFill>
                <a:latin typeface="Times New Roman"/>
                <a:cs typeface="Times New Roman"/>
              </a:rPr>
              <a:t>7</a:t>
            </a:r>
            <a:r>
              <a:rPr dirty="0" sz="600" spc="-15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  <a:p>
            <a:pPr algn="ctr" marR="149225">
              <a:lnSpc>
                <a:spcPct val="100000"/>
              </a:lnSpc>
              <a:spcBef>
                <a:spcPts val="420"/>
              </a:spcBef>
            </a:pPr>
            <a:r>
              <a:rPr dirty="0" sz="2400">
                <a:solidFill>
                  <a:srgbClr val="252525"/>
                </a:solidFill>
                <a:latin typeface="Times New Roman"/>
                <a:cs typeface="Times New Roman"/>
              </a:rPr>
              <a:t>Cluster:</a:t>
            </a:r>
            <a:r>
              <a:rPr dirty="0" sz="2400" spc="-65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algn="ctr" marR="146685">
              <a:lnSpc>
                <a:spcPct val="100000"/>
              </a:lnSpc>
              <a:spcBef>
                <a:spcPts val="425"/>
              </a:spcBef>
            </a:pPr>
            <a:r>
              <a:rPr dirty="0" sz="2400">
                <a:solidFill>
                  <a:srgbClr val="252525"/>
                </a:solidFill>
                <a:latin typeface="Times New Roman"/>
                <a:cs typeface="Times New Roman"/>
              </a:rPr>
              <a:t>Section:</a:t>
            </a:r>
            <a:r>
              <a:rPr dirty="0" sz="2400" spc="-35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252525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algn="ctr" marL="183515">
              <a:lnSpc>
                <a:spcPct val="100000"/>
              </a:lnSpc>
              <a:spcBef>
                <a:spcPts val="1630"/>
              </a:spcBef>
            </a:pPr>
            <a:r>
              <a:rPr dirty="0" sz="2150">
                <a:latin typeface="Times New Roman"/>
                <a:cs typeface="Times New Roman"/>
              </a:rPr>
              <a:t>Under</a:t>
            </a:r>
            <a:r>
              <a:rPr dirty="0" sz="2150" spc="95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the</a:t>
            </a:r>
            <a:r>
              <a:rPr dirty="0" sz="2150" spc="90">
                <a:latin typeface="Times New Roman"/>
                <a:cs typeface="Times New Roman"/>
              </a:rPr>
              <a:t> </a:t>
            </a:r>
            <a:r>
              <a:rPr dirty="0" sz="2150" spc="-10">
                <a:latin typeface="Times New Roman"/>
                <a:cs typeface="Times New Roman"/>
              </a:rPr>
              <a:t>Guidance</a:t>
            </a:r>
            <a:endParaRPr sz="2150">
              <a:latin typeface="Times New Roman"/>
              <a:cs typeface="Times New Roman"/>
            </a:endParaRPr>
          </a:p>
          <a:p>
            <a:pPr algn="ctr" marL="189230">
              <a:lnSpc>
                <a:spcPct val="100000"/>
              </a:lnSpc>
              <a:spcBef>
                <a:spcPts val="275"/>
              </a:spcBef>
            </a:pPr>
            <a:r>
              <a:rPr dirty="0" sz="2150" spc="-25">
                <a:latin typeface="Times New Roman"/>
                <a:cs typeface="Times New Roman"/>
              </a:rPr>
              <a:t>of</a:t>
            </a:r>
            <a:endParaRPr sz="2150">
              <a:latin typeface="Times New Roman"/>
              <a:cs typeface="Times New Roman"/>
            </a:endParaRPr>
          </a:p>
          <a:p>
            <a:pPr algn="ctr" marL="197485" marR="5080">
              <a:lnSpc>
                <a:spcPct val="110600"/>
              </a:lnSpc>
            </a:pPr>
            <a:r>
              <a:rPr dirty="0" sz="2150">
                <a:solidFill>
                  <a:srgbClr val="00AF50"/>
                </a:solidFill>
                <a:latin typeface="Times New Roman"/>
                <a:cs typeface="Times New Roman"/>
              </a:rPr>
              <a:t>Supervisor</a:t>
            </a:r>
            <a:r>
              <a:rPr dirty="0" sz="2150" spc="21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00AF50"/>
                </a:solidFill>
                <a:latin typeface="Times New Roman"/>
                <a:cs typeface="Times New Roman"/>
              </a:rPr>
              <a:t>Name:</a:t>
            </a:r>
            <a:r>
              <a:rPr dirty="0" sz="2150" spc="8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00AF50"/>
                </a:solidFill>
                <a:latin typeface="Times New Roman"/>
                <a:cs typeface="Times New Roman"/>
              </a:rPr>
              <a:t>Surekha </a:t>
            </a:r>
            <a:r>
              <a:rPr dirty="0" sz="2150">
                <a:solidFill>
                  <a:srgbClr val="00AF50"/>
                </a:solidFill>
                <a:latin typeface="Times New Roman"/>
                <a:cs typeface="Times New Roman"/>
              </a:rPr>
              <a:t>Assistant</a:t>
            </a:r>
            <a:r>
              <a:rPr dirty="0" sz="2150" spc="16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150" spc="-10">
                <a:solidFill>
                  <a:srgbClr val="00AF50"/>
                </a:solidFill>
                <a:latin typeface="Times New Roman"/>
                <a:cs typeface="Times New Roman"/>
              </a:rPr>
              <a:t>Professor </a:t>
            </a:r>
            <a:r>
              <a:rPr dirty="0" sz="2150">
                <a:solidFill>
                  <a:srgbClr val="00AF50"/>
                </a:solidFill>
                <a:latin typeface="Times New Roman"/>
                <a:cs typeface="Times New Roman"/>
              </a:rPr>
              <a:t>Department</a:t>
            </a:r>
            <a:r>
              <a:rPr dirty="0" sz="2150" spc="155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dirty="0" sz="2150" spc="114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150" spc="-25">
                <a:solidFill>
                  <a:srgbClr val="00AF50"/>
                </a:solidFill>
                <a:latin typeface="Times New Roman"/>
                <a:cs typeface="Times New Roman"/>
              </a:rPr>
              <a:t>CSE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9055">
              <a:lnSpc>
                <a:spcPts val="213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1971655" cy="6858000"/>
            <a:chOff x="0" y="0"/>
            <a:chExt cx="11971655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4410075" cy="6858000"/>
            </a:xfrm>
            <a:custGeom>
              <a:avLst/>
              <a:gdLst/>
              <a:ahLst/>
              <a:cxnLst/>
              <a:rect l="l" t="t" r="r" b="b"/>
              <a:pathLst>
                <a:path w="4410075" h="6858000">
                  <a:moveTo>
                    <a:pt x="44100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410075" y="6858000"/>
                  </a:lnTo>
                  <a:lnTo>
                    <a:pt x="4410075" y="0"/>
                  </a:lnTo>
                  <a:close/>
                </a:path>
              </a:pathLst>
            </a:custGeom>
            <a:solidFill>
              <a:srgbClr val="D6DA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52412" y="261937"/>
              <a:ext cx="11696700" cy="6362065"/>
            </a:xfrm>
            <a:custGeom>
              <a:avLst/>
              <a:gdLst/>
              <a:ahLst/>
              <a:cxnLst/>
              <a:rect l="l" t="t" r="r" b="b"/>
              <a:pathLst>
                <a:path w="11696700" h="6362065">
                  <a:moveTo>
                    <a:pt x="0" y="6343650"/>
                  </a:moveTo>
                  <a:lnTo>
                    <a:pt x="11696700" y="6343650"/>
                  </a:lnTo>
                  <a:lnTo>
                    <a:pt x="11696700" y="0"/>
                  </a:lnTo>
                  <a:lnTo>
                    <a:pt x="0" y="0"/>
                  </a:lnTo>
                  <a:lnTo>
                    <a:pt x="0" y="6343650"/>
                  </a:lnTo>
                  <a:close/>
                </a:path>
                <a:path w="11696700" h="6362065">
                  <a:moveTo>
                    <a:pt x="2276538" y="63"/>
                  </a:moveTo>
                  <a:lnTo>
                    <a:pt x="2276538" y="2799524"/>
                  </a:lnTo>
                </a:path>
                <a:path w="11696700" h="6362065">
                  <a:moveTo>
                    <a:pt x="2276538" y="3562413"/>
                  </a:moveTo>
                  <a:lnTo>
                    <a:pt x="2276538" y="6361912"/>
                  </a:lnTo>
                </a:path>
              </a:pathLst>
            </a:custGeom>
            <a:ln w="44450">
              <a:solidFill>
                <a:srgbClr val="495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033268" y="2096994"/>
            <a:ext cx="677545" cy="32238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5095"/>
              </a:lnSpc>
            </a:pPr>
            <a:r>
              <a:rPr dirty="0" sz="4400" spc="475" b="1">
                <a:solidFill>
                  <a:srgbClr val="495255"/>
                </a:solidFill>
                <a:latin typeface="Trebuchet MS"/>
                <a:cs typeface="Trebuchet MS"/>
              </a:rPr>
              <a:t>ABSTRACT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9055">
              <a:lnSpc>
                <a:spcPts val="213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4622165" y="617474"/>
            <a:ext cx="6950709" cy="572833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107950">
              <a:lnSpc>
                <a:spcPct val="102499"/>
              </a:lnSpc>
              <a:spcBef>
                <a:spcPts val="65"/>
              </a:spcBef>
            </a:pPr>
            <a:r>
              <a:rPr dirty="0" sz="2150" spc="-20">
                <a:latin typeface="Trebuchet MS"/>
                <a:cs typeface="Trebuchet MS"/>
              </a:rPr>
              <a:t>The</a:t>
            </a:r>
            <a:r>
              <a:rPr dirty="0" sz="2150" spc="75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Creative</a:t>
            </a:r>
            <a:r>
              <a:rPr dirty="0" sz="2150" spc="30" b="1">
                <a:latin typeface="Trebuchet MS"/>
                <a:cs typeface="Trebuchet MS"/>
              </a:rPr>
              <a:t> </a:t>
            </a:r>
            <a:r>
              <a:rPr dirty="0" sz="2150" spc="55" b="1">
                <a:latin typeface="Trebuchet MS"/>
                <a:cs typeface="Trebuchet MS"/>
              </a:rPr>
              <a:t>Resume</a:t>
            </a:r>
            <a:r>
              <a:rPr dirty="0" sz="2150" spc="110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Shortlisting</a:t>
            </a:r>
            <a:r>
              <a:rPr dirty="0" sz="2150" spc="50" b="1">
                <a:latin typeface="Trebuchet MS"/>
                <a:cs typeface="Trebuchet MS"/>
              </a:rPr>
              <a:t> </a:t>
            </a:r>
            <a:r>
              <a:rPr dirty="0" sz="2150" spc="65" b="1">
                <a:latin typeface="Trebuchet MS"/>
                <a:cs typeface="Trebuchet MS"/>
              </a:rPr>
              <a:t>System</a:t>
            </a:r>
            <a:r>
              <a:rPr dirty="0" sz="2150" spc="90" b="1">
                <a:latin typeface="Trebuchet MS"/>
                <a:cs typeface="Trebuchet MS"/>
              </a:rPr>
              <a:t> </a:t>
            </a:r>
            <a:r>
              <a:rPr dirty="0" sz="2150" spc="-35">
                <a:latin typeface="Trebuchet MS"/>
                <a:cs typeface="Trebuchet MS"/>
              </a:rPr>
              <a:t>is</a:t>
            </a:r>
            <a:r>
              <a:rPr dirty="0" sz="2150" spc="15">
                <a:latin typeface="Trebuchet MS"/>
                <a:cs typeface="Trebuchet MS"/>
              </a:rPr>
              <a:t> </a:t>
            </a:r>
            <a:r>
              <a:rPr dirty="0" sz="2150" spc="-210">
                <a:latin typeface="Trebuchet MS"/>
                <a:cs typeface="Trebuchet MS"/>
              </a:rPr>
              <a:t>a</a:t>
            </a:r>
            <a:r>
              <a:rPr dirty="0" sz="2150" spc="65">
                <a:latin typeface="Trebuchet MS"/>
                <a:cs typeface="Trebuchet MS"/>
              </a:rPr>
              <a:t> </a:t>
            </a:r>
            <a:r>
              <a:rPr dirty="0" sz="2150" spc="-10">
                <a:latin typeface="Trebuchet MS"/>
                <a:cs typeface="Trebuchet MS"/>
              </a:rPr>
              <a:t>smart </a:t>
            </a:r>
            <a:r>
              <a:rPr dirty="0" sz="2150" spc="-125">
                <a:latin typeface="Trebuchet MS"/>
                <a:cs typeface="Trebuchet MS"/>
              </a:rPr>
              <a:t>application</a:t>
            </a:r>
            <a:r>
              <a:rPr dirty="0" sz="2150" spc="-10">
                <a:latin typeface="Trebuchet MS"/>
                <a:cs typeface="Trebuchet MS"/>
              </a:rPr>
              <a:t> </a:t>
            </a:r>
            <a:r>
              <a:rPr dirty="0" sz="2150" spc="-110">
                <a:latin typeface="Trebuchet MS"/>
                <a:cs typeface="Trebuchet MS"/>
              </a:rPr>
              <a:t>designed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>
                <a:latin typeface="Trebuchet MS"/>
                <a:cs typeface="Trebuchet MS"/>
              </a:rPr>
              <a:t>to</a:t>
            </a:r>
            <a:r>
              <a:rPr dirty="0" sz="2150" spc="30">
                <a:latin typeface="Trebuchet MS"/>
                <a:cs typeface="Trebuchet MS"/>
              </a:rPr>
              <a:t> </a:t>
            </a:r>
            <a:r>
              <a:rPr dirty="0" sz="2150" spc="-130">
                <a:latin typeface="Trebuchet MS"/>
                <a:cs typeface="Trebuchet MS"/>
              </a:rPr>
              <a:t>help</a:t>
            </a:r>
            <a:r>
              <a:rPr dirty="0" sz="2150" spc="-15">
                <a:latin typeface="Trebuchet MS"/>
                <a:cs typeface="Trebuchet MS"/>
              </a:rPr>
              <a:t> </a:t>
            </a:r>
            <a:r>
              <a:rPr dirty="0" sz="2150" spc="-100">
                <a:latin typeface="Trebuchet MS"/>
                <a:cs typeface="Trebuchet MS"/>
              </a:rPr>
              <a:t>companies</a:t>
            </a:r>
            <a:r>
              <a:rPr dirty="0" sz="2150" spc="-50">
                <a:latin typeface="Trebuchet MS"/>
                <a:cs typeface="Trebuchet MS"/>
              </a:rPr>
              <a:t> </a:t>
            </a:r>
            <a:r>
              <a:rPr dirty="0" sz="2150" spc="-135">
                <a:latin typeface="Trebuchet MS"/>
                <a:cs typeface="Trebuchet MS"/>
              </a:rPr>
              <a:t>filter</a:t>
            </a:r>
            <a:r>
              <a:rPr dirty="0" sz="2150" spc="-10">
                <a:latin typeface="Trebuchet MS"/>
                <a:cs typeface="Trebuchet MS"/>
              </a:rPr>
              <a:t> </a:t>
            </a:r>
            <a:r>
              <a:rPr dirty="0" sz="2150" spc="-135">
                <a:latin typeface="Trebuchet MS"/>
                <a:cs typeface="Trebuchet MS"/>
              </a:rPr>
              <a:t>and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 spc="-20">
                <a:latin typeface="Trebuchet MS"/>
                <a:cs typeface="Trebuchet MS"/>
              </a:rPr>
              <a:t>rank </a:t>
            </a:r>
            <a:r>
              <a:rPr dirty="0" sz="2150" spc="-125">
                <a:latin typeface="Trebuchet MS"/>
                <a:cs typeface="Trebuchet MS"/>
              </a:rPr>
              <a:t>candidates</a:t>
            </a:r>
            <a:r>
              <a:rPr dirty="0" sz="2150" spc="-50">
                <a:latin typeface="Trebuchet MS"/>
                <a:cs typeface="Trebuchet MS"/>
              </a:rPr>
              <a:t> </a:t>
            </a:r>
            <a:r>
              <a:rPr dirty="0" sz="2150" spc="-150">
                <a:latin typeface="Trebuchet MS"/>
                <a:cs typeface="Trebuchet MS"/>
              </a:rPr>
              <a:t>efficiently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 spc="-65">
                <a:latin typeface="Trebuchet MS"/>
                <a:cs typeface="Trebuchet MS"/>
              </a:rPr>
              <a:t>from</a:t>
            </a:r>
            <a:r>
              <a:rPr dirty="0" sz="2150" spc="-85">
                <a:latin typeface="Trebuchet MS"/>
                <a:cs typeface="Trebuchet MS"/>
              </a:rPr>
              <a:t> </a:t>
            </a:r>
            <a:r>
              <a:rPr dirty="0" sz="2150" spc="-210">
                <a:latin typeface="Trebuchet MS"/>
                <a:cs typeface="Trebuchet MS"/>
              </a:rPr>
              <a:t>a</a:t>
            </a:r>
            <a:r>
              <a:rPr dirty="0" sz="2150" spc="-80">
                <a:latin typeface="Trebuchet MS"/>
                <a:cs typeface="Trebuchet MS"/>
              </a:rPr>
              <a:t> </a:t>
            </a:r>
            <a:r>
              <a:rPr dirty="0" sz="2150" spc="-114">
                <a:latin typeface="Trebuchet MS"/>
                <a:cs typeface="Trebuchet MS"/>
              </a:rPr>
              <a:t>large</a:t>
            </a:r>
            <a:r>
              <a:rPr dirty="0" sz="2150" spc="-45">
                <a:latin typeface="Trebuchet MS"/>
                <a:cs typeface="Trebuchet MS"/>
              </a:rPr>
              <a:t> </a:t>
            </a:r>
            <a:r>
              <a:rPr dirty="0" sz="2150" spc="-80">
                <a:latin typeface="Trebuchet MS"/>
                <a:cs typeface="Trebuchet MS"/>
              </a:rPr>
              <a:t>number</a:t>
            </a:r>
            <a:r>
              <a:rPr dirty="0" sz="2150" spc="-25">
                <a:latin typeface="Trebuchet MS"/>
                <a:cs typeface="Trebuchet MS"/>
              </a:rPr>
              <a:t> </a:t>
            </a:r>
            <a:r>
              <a:rPr dirty="0" sz="2150" spc="-50">
                <a:latin typeface="Trebuchet MS"/>
                <a:cs typeface="Trebuchet MS"/>
              </a:rPr>
              <a:t>of</a:t>
            </a:r>
            <a:r>
              <a:rPr dirty="0" sz="2150" spc="-10">
                <a:latin typeface="Trebuchet MS"/>
                <a:cs typeface="Trebuchet MS"/>
              </a:rPr>
              <a:t> </a:t>
            </a:r>
            <a:r>
              <a:rPr dirty="0" sz="2150" spc="-30">
                <a:latin typeface="Trebuchet MS"/>
                <a:cs typeface="Trebuchet MS"/>
              </a:rPr>
              <a:t>resumes.When </a:t>
            </a:r>
            <a:r>
              <a:rPr dirty="0" sz="2150" spc="-85">
                <a:latin typeface="Trebuchet MS"/>
                <a:cs typeface="Trebuchet MS"/>
              </a:rPr>
              <a:t>organizations</a:t>
            </a:r>
            <a:r>
              <a:rPr dirty="0" sz="2150" spc="-75">
                <a:latin typeface="Trebuchet MS"/>
                <a:cs typeface="Trebuchet MS"/>
              </a:rPr>
              <a:t> </a:t>
            </a:r>
            <a:r>
              <a:rPr dirty="0" sz="2150" spc="-120">
                <a:latin typeface="Trebuchet MS"/>
                <a:cs typeface="Trebuchet MS"/>
              </a:rPr>
              <a:t>receive</a:t>
            </a:r>
            <a:r>
              <a:rPr dirty="0" sz="2150" spc="-45">
                <a:latin typeface="Trebuchet MS"/>
                <a:cs typeface="Trebuchet MS"/>
              </a:rPr>
              <a:t> </a:t>
            </a:r>
            <a:r>
              <a:rPr dirty="0" sz="2150" spc="-150">
                <a:latin typeface="Trebuchet MS"/>
                <a:cs typeface="Trebuchet MS"/>
              </a:rPr>
              <a:t>many</a:t>
            </a:r>
            <a:r>
              <a:rPr dirty="0" sz="2150" spc="-25">
                <a:latin typeface="Trebuchet MS"/>
                <a:cs typeface="Trebuchet MS"/>
              </a:rPr>
              <a:t> </a:t>
            </a:r>
            <a:r>
              <a:rPr dirty="0" sz="2150" spc="-114">
                <a:latin typeface="Trebuchet MS"/>
                <a:cs typeface="Trebuchet MS"/>
              </a:rPr>
              <a:t>applications</a:t>
            </a:r>
            <a:r>
              <a:rPr dirty="0" sz="2150" spc="10">
                <a:latin typeface="Trebuchet MS"/>
                <a:cs typeface="Trebuchet MS"/>
              </a:rPr>
              <a:t> </a:t>
            </a:r>
            <a:r>
              <a:rPr dirty="0" sz="2150" spc="-40">
                <a:latin typeface="Trebuchet MS"/>
                <a:cs typeface="Trebuchet MS"/>
              </a:rPr>
              <a:t>for</a:t>
            </a:r>
            <a:r>
              <a:rPr dirty="0" sz="2150" spc="-15">
                <a:latin typeface="Trebuchet MS"/>
                <a:cs typeface="Trebuchet MS"/>
              </a:rPr>
              <a:t> </a:t>
            </a:r>
            <a:r>
              <a:rPr dirty="0" sz="2150" spc="-210">
                <a:latin typeface="Trebuchet MS"/>
                <a:cs typeface="Trebuchet MS"/>
              </a:rPr>
              <a:t>a</a:t>
            </a:r>
            <a:r>
              <a:rPr dirty="0" sz="2150" spc="-5">
                <a:latin typeface="Trebuchet MS"/>
                <a:cs typeface="Trebuchet MS"/>
              </a:rPr>
              <a:t> </a:t>
            </a:r>
            <a:r>
              <a:rPr dirty="0" sz="2150" spc="-135">
                <a:latin typeface="Trebuchet MS"/>
                <a:cs typeface="Trebuchet MS"/>
              </a:rPr>
              <a:t>job</a:t>
            </a:r>
            <a:r>
              <a:rPr dirty="0" sz="2150" spc="-20">
                <a:latin typeface="Trebuchet MS"/>
                <a:cs typeface="Trebuchet MS"/>
              </a:rPr>
              <a:t> </a:t>
            </a:r>
            <a:r>
              <a:rPr dirty="0" sz="2150" spc="-10">
                <a:latin typeface="Trebuchet MS"/>
                <a:cs typeface="Trebuchet MS"/>
              </a:rPr>
              <a:t>role, </a:t>
            </a:r>
            <a:r>
              <a:rPr dirty="0" sz="2150" spc="-155">
                <a:latin typeface="Trebuchet MS"/>
                <a:cs typeface="Trebuchet MS"/>
              </a:rPr>
              <a:t>manually</a:t>
            </a:r>
            <a:r>
              <a:rPr dirty="0" sz="2150" spc="-20">
                <a:latin typeface="Trebuchet MS"/>
                <a:cs typeface="Trebuchet MS"/>
              </a:rPr>
              <a:t> </a:t>
            </a:r>
            <a:r>
              <a:rPr dirty="0" sz="2150" spc="-110">
                <a:latin typeface="Trebuchet MS"/>
                <a:cs typeface="Trebuchet MS"/>
              </a:rPr>
              <a:t>reviewing</a:t>
            </a:r>
            <a:r>
              <a:rPr dirty="0" sz="2150" spc="10">
                <a:latin typeface="Trebuchet MS"/>
                <a:cs typeface="Trebuchet MS"/>
              </a:rPr>
              <a:t> </a:t>
            </a:r>
            <a:r>
              <a:rPr dirty="0" sz="2150" spc="-145">
                <a:latin typeface="Trebuchet MS"/>
                <a:cs typeface="Trebuchet MS"/>
              </a:rPr>
              <a:t>each</a:t>
            </a:r>
            <a:r>
              <a:rPr dirty="0" sz="2150" spc="5">
                <a:latin typeface="Trebuchet MS"/>
                <a:cs typeface="Trebuchet MS"/>
              </a:rPr>
              <a:t> </a:t>
            </a:r>
            <a:r>
              <a:rPr dirty="0" sz="2150" spc="-85">
                <a:latin typeface="Trebuchet MS"/>
                <a:cs typeface="Trebuchet MS"/>
              </a:rPr>
              <a:t>resume</a:t>
            </a:r>
            <a:r>
              <a:rPr dirty="0" sz="2150" spc="-25">
                <a:latin typeface="Trebuchet MS"/>
                <a:cs typeface="Trebuchet MS"/>
              </a:rPr>
              <a:t> </a:t>
            </a:r>
            <a:r>
              <a:rPr dirty="0" sz="2150" spc="-80">
                <a:latin typeface="Trebuchet MS"/>
                <a:cs typeface="Trebuchet MS"/>
              </a:rPr>
              <a:t>becomes</a:t>
            </a:r>
            <a:r>
              <a:rPr dirty="0" sz="2150" spc="30">
                <a:latin typeface="Trebuchet MS"/>
                <a:cs typeface="Trebuchet MS"/>
              </a:rPr>
              <a:t> </a:t>
            </a:r>
            <a:r>
              <a:rPr dirty="0" sz="2150" spc="-114">
                <a:latin typeface="Trebuchet MS"/>
                <a:cs typeface="Trebuchet MS"/>
              </a:rPr>
              <a:t>time-</a:t>
            </a:r>
            <a:r>
              <a:rPr dirty="0" sz="2150" spc="-10">
                <a:latin typeface="Trebuchet MS"/>
                <a:cs typeface="Trebuchet MS"/>
              </a:rPr>
              <a:t>consuming </a:t>
            </a:r>
            <a:r>
              <a:rPr dirty="0" sz="2150" spc="-135">
                <a:latin typeface="Trebuchet MS"/>
                <a:cs typeface="Trebuchet MS"/>
              </a:rPr>
              <a:t>and</a:t>
            </a:r>
            <a:r>
              <a:rPr dirty="0" sz="2150" spc="-25">
                <a:latin typeface="Trebuchet MS"/>
                <a:cs typeface="Trebuchet MS"/>
              </a:rPr>
              <a:t> </a:t>
            </a:r>
            <a:r>
              <a:rPr dirty="0" sz="2150" spc="-75">
                <a:latin typeface="Trebuchet MS"/>
                <a:cs typeface="Trebuchet MS"/>
              </a:rPr>
              <a:t>inefficient.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2150" spc="-25">
                <a:latin typeface="Trebuchet MS"/>
                <a:cs typeface="Trebuchet MS"/>
              </a:rPr>
              <a:t>This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 spc="-114">
                <a:latin typeface="Trebuchet MS"/>
                <a:cs typeface="Trebuchet MS"/>
              </a:rPr>
              <a:t>project</a:t>
            </a:r>
            <a:r>
              <a:rPr dirty="0" sz="2150" spc="5">
                <a:latin typeface="Trebuchet MS"/>
                <a:cs typeface="Trebuchet MS"/>
              </a:rPr>
              <a:t> </a:t>
            </a:r>
            <a:r>
              <a:rPr dirty="0" sz="2150" spc="-45">
                <a:latin typeface="Trebuchet MS"/>
                <a:cs typeface="Trebuchet MS"/>
              </a:rPr>
              <a:t>uses</a:t>
            </a:r>
            <a:r>
              <a:rPr dirty="0" sz="2150" spc="65">
                <a:latin typeface="Trebuchet MS"/>
                <a:cs typeface="Trebuchet MS"/>
              </a:rPr>
              <a:t> </a:t>
            </a:r>
            <a:r>
              <a:rPr dirty="0" sz="2150" spc="100" b="1">
                <a:latin typeface="Trebuchet MS"/>
                <a:cs typeface="Trebuchet MS"/>
              </a:rPr>
              <a:t>Data</a:t>
            </a:r>
            <a:r>
              <a:rPr dirty="0" sz="2150" spc="25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Structures</a:t>
            </a:r>
            <a:r>
              <a:rPr dirty="0" sz="2150" spc="-45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and</a:t>
            </a:r>
            <a:r>
              <a:rPr dirty="0" sz="2150" spc="-245" b="1">
                <a:latin typeface="Trebuchet MS"/>
                <a:cs typeface="Trebuchet MS"/>
              </a:rPr>
              <a:t> </a:t>
            </a:r>
            <a:r>
              <a:rPr dirty="0" sz="2150" spc="70" b="1">
                <a:latin typeface="Trebuchet MS"/>
                <a:cs typeface="Trebuchet MS"/>
              </a:rPr>
              <a:t>Algorithms</a:t>
            </a:r>
            <a:endParaRPr sz="2150">
              <a:latin typeface="Trebuchet MS"/>
              <a:cs typeface="Trebuchet MS"/>
            </a:endParaRPr>
          </a:p>
          <a:p>
            <a:pPr marL="12700" marR="5080">
              <a:lnSpc>
                <a:spcPct val="102499"/>
              </a:lnSpc>
              <a:spcBef>
                <a:spcPts val="65"/>
              </a:spcBef>
            </a:pPr>
            <a:r>
              <a:rPr dirty="0" sz="2150" spc="195" b="1">
                <a:latin typeface="Trebuchet MS"/>
                <a:cs typeface="Trebuchet MS"/>
              </a:rPr>
              <a:t>(DSA)</a:t>
            </a:r>
            <a:r>
              <a:rPr dirty="0" sz="2150" spc="-80" b="1">
                <a:latin typeface="Trebuchet MS"/>
                <a:cs typeface="Trebuchet MS"/>
              </a:rPr>
              <a:t> </a:t>
            </a:r>
            <a:r>
              <a:rPr dirty="0" sz="2150" spc="-75">
                <a:latin typeface="Trebuchet MS"/>
                <a:cs typeface="Trebuchet MS"/>
              </a:rPr>
              <a:t>concepts</a:t>
            </a:r>
            <a:r>
              <a:rPr dirty="0" sz="2150" spc="-5">
                <a:latin typeface="Trebuchet MS"/>
                <a:cs typeface="Trebuchet MS"/>
              </a:rPr>
              <a:t> </a:t>
            </a:r>
            <a:r>
              <a:rPr dirty="0" sz="2150" spc="-80">
                <a:latin typeface="Trebuchet MS"/>
                <a:cs typeface="Trebuchet MS"/>
              </a:rPr>
              <a:t>such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 spc="-100">
                <a:latin typeface="Trebuchet MS"/>
                <a:cs typeface="Trebuchet MS"/>
              </a:rPr>
              <a:t>as</a:t>
            </a:r>
            <a:r>
              <a:rPr dirty="0" sz="2150" spc="-65">
                <a:latin typeface="Trebuchet MS"/>
                <a:cs typeface="Trebuchet MS"/>
              </a:rPr>
              <a:t> </a:t>
            </a:r>
            <a:r>
              <a:rPr dirty="0" sz="2150" spc="-40" b="1">
                <a:latin typeface="Trebuchet MS"/>
                <a:cs typeface="Trebuchet MS"/>
              </a:rPr>
              <a:t>arrays,</a:t>
            </a:r>
            <a:r>
              <a:rPr dirty="0" sz="2150" spc="-195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linked</a:t>
            </a:r>
            <a:r>
              <a:rPr dirty="0" sz="2150" spc="10" b="1">
                <a:latin typeface="Trebuchet MS"/>
                <a:cs typeface="Trebuchet MS"/>
              </a:rPr>
              <a:t> </a:t>
            </a:r>
            <a:r>
              <a:rPr dirty="0" sz="2150" spc="-60" b="1">
                <a:latin typeface="Trebuchet MS"/>
                <a:cs typeface="Trebuchet MS"/>
              </a:rPr>
              <a:t>lists,</a:t>
            </a:r>
            <a:r>
              <a:rPr dirty="0" sz="2150" spc="-200" b="1">
                <a:latin typeface="Trebuchet MS"/>
                <a:cs typeface="Trebuchet MS"/>
              </a:rPr>
              <a:t> </a:t>
            </a:r>
            <a:r>
              <a:rPr dirty="0" sz="2150" spc="-40" b="1">
                <a:latin typeface="Trebuchet MS"/>
                <a:cs typeface="Trebuchet MS"/>
              </a:rPr>
              <a:t>queues,</a:t>
            </a:r>
            <a:r>
              <a:rPr dirty="0" sz="2150" spc="-260" b="1">
                <a:latin typeface="Trebuchet MS"/>
                <a:cs typeface="Trebuchet MS"/>
              </a:rPr>
              <a:t> </a:t>
            </a:r>
            <a:r>
              <a:rPr dirty="0" sz="2150" spc="-20" b="1">
                <a:latin typeface="Trebuchet MS"/>
                <a:cs typeface="Trebuchet MS"/>
              </a:rPr>
              <a:t>hash </a:t>
            </a:r>
            <a:r>
              <a:rPr dirty="0" sz="2150" b="1">
                <a:latin typeface="Trebuchet MS"/>
                <a:cs typeface="Trebuchet MS"/>
              </a:rPr>
              <a:t>maps,</a:t>
            </a:r>
            <a:r>
              <a:rPr dirty="0" sz="2150" spc="-160" b="1">
                <a:latin typeface="Trebuchet MS"/>
                <a:cs typeface="Trebuchet MS"/>
              </a:rPr>
              <a:t> </a:t>
            </a:r>
            <a:r>
              <a:rPr dirty="0" sz="2150" spc="-20" b="1">
                <a:latin typeface="Trebuchet MS"/>
                <a:cs typeface="Trebuchet MS"/>
              </a:rPr>
              <a:t>searching,</a:t>
            </a:r>
            <a:r>
              <a:rPr dirty="0" sz="2150" spc="-155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and</a:t>
            </a:r>
            <a:r>
              <a:rPr dirty="0" sz="2150" spc="125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sorting</a:t>
            </a:r>
            <a:r>
              <a:rPr dirty="0" sz="2150" spc="140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algorithms</a:t>
            </a:r>
            <a:r>
              <a:rPr dirty="0" sz="2150" spc="130" b="1">
                <a:latin typeface="Trebuchet MS"/>
                <a:cs typeface="Trebuchet MS"/>
              </a:rPr>
              <a:t> </a:t>
            </a:r>
            <a:r>
              <a:rPr dirty="0" sz="2150">
                <a:latin typeface="Trebuchet MS"/>
                <a:cs typeface="Trebuchet MS"/>
              </a:rPr>
              <a:t>to</a:t>
            </a:r>
            <a:r>
              <a:rPr dirty="0" sz="2150" spc="114">
                <a:latin typeface="Trebuchet MS"/>
                <a:cs typeface="Trebuchet MS"/>
              </a:rPr>
              <a:t> </a:t>
            </a:r>
            <a:r>
              <a:rPr dirty="0" sz="2150" spc="-10">
                <a:latin typeface="Trebuchet MS"/>
                <a:cs typeface="Trebuchet MS"/>
              </a:rPr>
              <a:t>automate </a:t>
            </a:r>
            <a:r>
              <a:rPr dirty="0" sz="2150" spc="-100">
                <a:latin typeface="Trebuchet MS"/>
                <a:cs typeface="Trebuchet MS"/>
              </a:rPr>
              <a:t>the</a:t>
            </a:r>
            <a:r>
              <a:rPr dirty="0" sz="2150" spc="-60">
                <a:latin typeface="Trebuchet MS"/>
                <a:cs typeface="Trebuchet MS"/>
              </a:rPr>
              <a:t> </a:t>
            </a:r>
            <a:r>
              <a:rPr dirty="0" sz="2150" spc="-75">
                <a:latin typeface="Trebuchet MS"/>
                <a:cs typeface="Trebuchet MS"/>
              </a:rPr>
              <a:t>shortlisting</a:t>
            </a:r>
            <a:r>
              <a:rPr dirty="0" sz="2150" spc="-70">
                <a:latin typeface="Trebuchet MS"/>
                <a:cs typeface="Trebuchet MS"/>
              </a:rPr>
              <a:t> process.The</a:t>
            </a:r>
            <a:r>
              <a:rPr dirty="0" sz="2150" spc="-80">
                <a:latin typeface="Trebuchet MS"/>
                <a:cs typeface="Trebuchet MS"/>
              </a:rPr>
              <a:t> </a:t>
            </a:r>
            <a:r>
              <a:rPr dirty="0" sz="2150" spc="-90">
                <a:latin typeface="Trebuchet MS"/>
                <a:cs typeface="Trebuchet MS"/>
              </a:rPr>
              <a:t>system</a:t>
            </a:r>
            <a:r>
              <a:rPr dirty="0" sz="2150" spc="-50">
                <a:latin typeface="Trebuchet MS"/>
                <a:cs typeface="Trebuchet MS"/>
              </a:rPr>
              <a:t> </a:t>
            </a:r>
            <a:r>
              <a:rPr dirty="0" sz="2150" spc="-35">
                <a:latin typeface="Trebuchet MS"/>
                <a:cs typeface="Trebuchet MS"/>
              </a:rPr>
              <a:t>stores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 spc="-10">
                <a:latin typeface="Trebuchet MS"/>
                <a:cs typeface="Trebuchet MS"/>
              </a:rPr>
              <a:t>candidate </a:t>
            </a:r>
            <a:r>
              <a:rPr dirty="0" sz="2150" spc="-120">
                <a:latin typeface="Trebuchet MS"/>
                <a:cs typeface="Trebuchet MS"/>
              </a:rPr>
              <a:t>information,</a:t>
            </a:r>
            <a:r>
              <a:rPr dirty="0" sz="2150" spc="-215">
                <a:latin typeface="Trebuchet MS"/>
                <a:cs typeface="Trebuchet MS"/>
              </a:rPr>
              <a:t> </a:t>
            </a:r>
            <a:r>
              <a:rPr dirty="0" sz="2150" spc="-140">
                <a:latin typeface="Trebuchet MS"/>
                <a:cs typeface="Trebuchet MS"/>
              </a:rPr>
              <a:t>analyzes</a:t>
            </a:r>
            <a:r>
              <a:rPr dirty="0" sz="2150" spc="-40">
                <a:latin typeface="Trebuchet MS"/>
                <a:cs typeface="Trebuchet MS"/>
              </a:rPr>
              <a:t> </a:t>
            </a:r>
            <a:r>
              <a:rPr dirty="0" sz="2150" spc="-80">
                <a:latin typeface="Trebuchet MS"/>
                <a:cs typeface="Trebuchet MS"/>
              </a:rPr>
              <a:t>their</a:t>
            </a:r>
            <a:r>
              <a:rPr dirty="0" sz="2150" spc="5">
                <a:latin typeface="Trebuchet MS"/>
                <a:cs typeface="Trebuchet MS"/>
              </a:rPr>
              <a:t> </a:t>
            </a:r>
            <a:r>
              <a:rPr dirty="0" sz="2150" spc="-135">
                <a:latin typeface="Trebuchet MS"/>
                <a:cs typeface="Trebuchet MS"/>
              </a:rPr>
              <a:t>skills,</a:t>
            </a:r>
            <a:r>
              <a:rPr dirty="0" sz="2150" spc="-215">
                <a:latin typeface="Trebuchet MS"/>
                <a:cs typeface="Trebuchet MS"/>
              </a:rPr>
              <a:t> </a:t>
            </a:r>
            <a:r>
              <a:rPr dirty="0" sz="2150" spc="-75">
                <a:latin typeface="Trebuchet MS"/>
                <a:cs typeface="Trebuchet MS"/>
              </a:rPr>
              <a:t>compares</a:t>
            </a:r>
            <a:r>
              <a:rPr dirty="0" sz="2150" spc="25">
                <a:latin typeface="Trebuchet MS"/>
                <a:cs typeface="Trebuchet MS"/>
              </a:rPr>
              <a:t> </a:t>
            </a:r>
            <a:r>
              <a:rPr dirty="0" sz="2150" spc="-125">
                <a:latin typeface="Trebuchet MS"/>
                <a:cs typeface="Trebuchet MS"/>
              </a:rPr>
              <a:t>them</a:t>
            </a:r>
            <a:r>
              <a:rPr dirty="0" sz="2150" spc="10">
                <a:latin typeface="Trebuchet MS"/>
                <a:cs typeface="Trebuchet MS"/>
              </a:rPr>
              <a:t> </a:t>
            </a:r>
            <a:r>
              <a:rPr dirty="0" sz="2150" spc="-20">
                <a:latin typeface="Trebuchet MS"/>
                <a:cs typeface="Trebuchet MS"/>
              </a:rPr>
              <a:t>with </a:t>
            </a:r>
            <a:r>
              <a:rPr dirty="0" sz="2150" spc="-90">
                <a:latin typeface="Trebuchet MS"/>
                <a:cs typeface="Trebuchet MS"/>
              </a:rPr>
              <a:t>required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 spc="-110">
                <a:latin typeface="Trebuchet MS"/>
                <a:cs typeface="Trebuchet MS"/>
              </a:rPr>
              <a:t>job</a:t>
            </a:r>
            <a:r>
              <a:rPr dirty="0" sz="2150" spc="-20">
                <a:latin typeface="Trebuchet MS"/>
                <a:cs typeface="Trebuchet MS"/>
              </a:rPr>
              <a:t> </a:t>
            </a:r>
            <a:r>
              <a:rPr dirty="0" sz="2150" spc="-135">
                <a:latin typeface="Trebuchet MS"/>
                <a:cs typeface="Trebuchet MS"/>
              </a:rPr>
              <a:t>skills,</a:t>
            </a:r>
            <a:r>
              <a:rPr dirty="0" sz="2150" spc="-235">
                <a:latin typeface="Trebuchet MS"/>
                <a:cs typeface="Trebuchet MS"/>
              </a:rPr>
              <a:t> </a:t>
            </a:r>
            <a:r>
              <a:rPr dirty="0" sz="2150" spc="-135">
                <a:latin typeface="Trebuchet MS"/>
                <a:cs typeface="Trebuchet MS"/>
              </a:rPr>
              <a:t>and</a:t>
            </a:r>
            <a:r>
              <a:rPr dirty="0" sz="2150" spc="-25">
                <a:latin typeface="Trebuchet MS"/>
                <a:cs typeface="Trebuchet MS"/>
              </a:rPr>
              <a:t> </a:t>
            </a:r>
            <a:r>
              <a:rPr dirty="0" sz="2150" spc="-65">
                <a:latin typeface="Trebuchet MS"/>
                <a:cs typeface="Trebuchet MS"/>
              </a:rPr>
              <a:t>ranks</a:t>
            </a:r>
            <a:r>
              <a:rPr dirty="0" sz="2150" spc="-50">
                <a:latin typeface="Trebuchet MS"/>
                <a:cs typeface="Trebuchet MS"/>
              </a:rPr>
              <a:t> </a:t>
            </a:r>
            <a:r>
              <a:rPr dirty="0" sz="2150" spc="-120">
                <a:latin typeface="Trebuchet MS"/>
                <a:cs typeface="Trebuchet MS"/>
              </a:rPr>
              <a:t>candidates</a:t>
            </a:r>
            <a:r>
              <a:rPr dirty="0" sz="2150" spc="10">
                <a:latin typeface="Trebuchet MS"/>
                <a:cs typeface="Trebuchet MS"/>
              </a:rPr>
              <a:t> </a:t>
            </a:r>
            <a:r>
              <a:rPr dirty="0" sz="2150" spc="-125">
                <a:latin typeface="Trebuchet MS"/>
                <a:cs typeface="Trebuchet MS"/>
              </a:rPr>
              <a:t>based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>
                <a:latin typeface="Trebuchet MS"/>
                <a:cs typeface="Trebuchet MS"/>
              </a:rPr>
              <a:t>on</a:t>
            </a:r>
            <a:r>
              <a:rPr dirty="0" sz="2150" spc="-10">
                <a:latin typeface="Trebuchet MS"/>
                <a:cs typeface="Trebuchet MS"/>
              </a:rPr>
              <a:t> </a:t>
            </a:r>
            <a:r>
              <a:rPr dirty="0" sz="2150" spc="-50">
                <a:latin typeface="Trebuchet MS"/>
                <a:cs typeface="Trebuchet MS"/>
              </a:rPr>
              <a:t>a</a:t>
            </a:r>
            <a:r>
              <a:rPr dirty="0" sz="2150" spc="535">
                <a:latin typeface="Trebuchet MS"/>
                <a:cs typeface="Trebuchet MS"/>
              </a:rPr>
              <a:t> </a:t>
            </a:r>
            <a:r>
              <a:rPr dirty="0" sz="2150" spc="-145">
                <a:latin typeface="Trebuchet MS"/>
                <a:cs typeface="Trebuchet MS"/>
              </a:rPr>
              <a:t>calculated</a:t>
            </a:r>
            <a:r>
              <a:rPr dirty="0" sz="2150" spc="-15">
                <a:latin typeface="Trebuchet MS"/>
                <a:cs typeface="Trebuchet MS"/>
              </a:rPr>
              <a:t> </a:t>
            </a:r>
            <a:r>
              <a:rPr dirty="0" sz="2150" spc="-120">
                <a:latin typeface="Trebuchet MS"/>
                <a:cs typeface="Trebuchet MS"/>
              </a:rPr>
              <a:t>match</a:t>
            </a:r>
            <a:r>
              <a:rPr dirty="0" sz="2150" spc="10">
                <a:latin typeface="Trebuchet MS"/>
                <a:cs typeface="Trebuchet MS"/>
              </a:rPr>
              <a:t> </a:t>
            </a:r>
            <a:r>
              <a:rPr dirty="0" sz="2150" spc="-10">
                <a:latin typeface="Trebuchet MS"/>
                <a:cs typeface="Trebuchet MS"/>
              </a:rPr>
              <a:t>score.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2150">
                <a:latin typeface="Trebuchet MS"/>
                <a:cs typeface="Trebuchet MS"/>
              </a:rPr>
              <a:t>By</a:t>
            </a:r>
            <a:r>
              <a:rPr dirty="0" sz="2150" spc="-105">
                <a:latin typeface="Trebuchet MS"/>
                <a:cs typeface="Trebuchet MS"/>
              </a:rPr>
              <a:t> using</a:t>
            </a:r>
            <a:r>
              <a:rPr dirty="0" sz="2150" spc="-70">
                <a:latin typeface="Trebuchet MS"/>
                <a:cs typeface="Trebuchet MS"/>
              </a:rPr>
              <a:t> </a:t>
            </a:r>
            <a:r>
              <a:rPr dirty="0" sz="2150" spc="-100">
                <a:latin typeface="Trebuchet MS"/>
                <a:cs typeface="Trebuchet MS"/>
              </a:rPr>
              <a:t>these</a:t>
            </a:r>
            <a:r>
              <a:rPr dirty="0" sz="2150" spc="-65">
                <a:latin typeface="Trebuchet MS"/>
                <a:cs typeface="Trebuchet MS"/>
              </a:rPr>
              <a:t> </a:t>
            </a:r>
            <a:r>
              <a:rPr dirty="0" sz="2150" spc="-125">
                <a:latin typeface="Trebuchet MS"/>
                <a:cs typeface="Trebuchet MS"/>
              </a:rPr>
              <a:t>techniques,</a:t>
            </a:r>
            <a:r>
              <a:rPr dirty="0" sz="2150" spc="-300">
                <a:latin typeface="Trebuchet MS"/>
                <a:cs typeface="Trebuchet MS"/>
              </a:rPr>
              <a:t> </a:t>
            </a:r>
            <a:r>
              <a:rPr dirty="0" sz="2150" spc="-105">
                <a:latin typeface="Trebuchet MS"/>
                <a:cs typeface="Trebuchet MS"/>
              </a:rPr>
              <a:t>the</a:t>
            </a:r>
            <a:r>
              <a:rPr dirty="0" sz="2150" spc="-55">
                <a:latin typeface="Trebuchet MS"/>
                <a:cs typeface="Trebuchet MS"/>
              </a:rPr>
              <a:t> </a:t>
            </a:r>
            <a:r>
              <a:rPr dirty="0" sz="2150" spc="-90">
                <a:latin typeface="Trebuchet MS"/>
                <a:cs typeface="Trebuchet MS"/>
              </a:rPr>
              <a:t>system</a:t>
            </a:r>
            <a:r>
              <a:rPr dirty="0" sz="2150" spc="-20">
                <a:latin typeface="Trebuchet MS"/>
                <a:cs typeface="Trebuchet MS"/>
              </a:rPr>
              <a:t> </a:t>
            </a:r>
            <a:r>
              <a:rPr dirty="0" sz="2150" spc="-55">
                <a:latin typeface="Trebuchet MS"/>
                <a:cs typeface="Trebuchet MS"/>
              </a:rPr>
              <a:t>provides</a:t>
            </a:r>
            <a:r>
              <a:rPr dirty="0" sz="2150" spc="5">
                <a:latin typeface="Trebuchet MS"/>
                <a:cs typeface="Trebuchet MS"/>
              </a:rPr>
              <a:t> </a:t>
            </a:r>
            <a:r>
              <a:rPr dirty="0" sz="2150" spc="-10" b="1">
                <a:latin typeface="Trebuchet MS"/>
                <a:cs typeface="Trebuchet MS"/>
              </a:rPr>
              <a:t>faster</a:t>
            </a:r>
            <a:endParaRPr sz="2150">
              <a:latin typeface="Trebuchet MS"/>
              <a:cs typeface="Trebuchet MS"/>
            </a:endParaRPr>
          </a:p>
          <a:p>
            <a:pPr marL="12700" marR="361315">
              <a:lnSpc>
                <a:spcPct val="101899"/>
              </a:lnSpc>
            </a:pPr>
            <a:r>
              <a:rPr dirty="0" sz="2150" b="1">
                <a:latin typeface="Trebuchet MS"/>
                <a:cs typeface="Trebuchet MS"/>
              </a:rPr>
              <a:t>resume</a:t>
            </a:r>
            <a:r>
              <a:rPr dirty="0" sz="2150" spc="50" b="1">
                <a:latin typeface="Trebuchet MS"/>
                <a:cs typeface="Trebuchet MS"/>
              </a:rPr>
              <a:t> </a:t>
            </a:r>
            <a:r>
              <a:rPr dirty="0" sz="2150" spc="-10" b="1">
                <a:latin typeface="Trebuchet MS"/>
                <a:cs typeface="Trebuchet MS"/>
              </a:rPr>
              <a:t>processing,</a:t>
            </a:r>
            <a:r>
              <a:rPr dirty="0" sz="2150" spc="-200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better</a:t>
            </a:r>
            <a:r>
              <a:rPr dirty="0" sz="2150" spc="125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candidate</a:t>
            </a:r>
            <a:r>
              <a:rPr dirty="0" sz="2150" spc="50" b="1">
                <a:latin typeface="Trebuchet MS"/>
                <a:cs typeface="Trebuchet MS"/>
              </a:rPr>
              <a:t> </a:t>
            </a:r>
            <a:r>
              <a:rPr dirty="0" sz="2150" spc="-10" b="1">
                <a:latin typeface="Trebuchet MS"/>
                <a:cs typeface="Trebuchet MS"/>
              </a:rPr>
              <a:t>ranking,</a:t>
            </a:r>
            <a:r>
              <a:rPr dirty="0" sz="2150" spc="-200" b="1">
                <a:latin typeface="Trebuchet MS"/>
                <a:cs typeface="Trebuchet MS"/>
              </a:rPr>
              <a:t> </a:t>
            </a:r>
            <a:r>
              <a:rPr dirty="0" sz="2150" spc="-25" b="1">
                <a:latin typeface="Trebuchet MS"/>
                <a:cs typeface="Trebuchet MS"/>
              </a:rPr>
              <a:t>and </a:t>
            </a:r>
            <a:r>
              <a:rPr dirty="0" sz="2150" spc="-40" b="1">
                <a:latin typeface="Trebuchet MS"/>
                <a:cs typeface="Trebuchet MS"/>
              </a:rPr>
              <a:t>efficient</a:t>
            </a:r>
            <a:r>
              <a:rPr dirty="0" sz="2150" spc="-5" b="1">
                <a:latin typeface="Trebuchet MS"/>
                <a:cs typeface="Trebuchet MS"/>
              </a:rPr>
              <a:t> </a:t>
            </a:r>
            <a:r>
              <a:rPr dirty="0" sz="2150" spc="-35" b="1">
                <a:latin typeface="Trebuchet MS"/>
                <a:cs typeface="Trebuchet MS"/>
              </a:rPr>
              <a:t>skill-</a:t>
            </a:r>
            <a:r>
              <a:rPr dirty="0" sz="2150" b="1">
                <a:latin typeface="Trebuchet MS"/>
                <a:cs typeface="Trebuchet MS"/>
              </a:rPr>
              <a:t>based</a:t>
            </a:r>
            <a:r>
              <a:rPr dirty="0" sz="2150" spc="65" b="1">
                <a:latin typeface="Trebuchet MS"/>
                <a:cs typeface="Trebuchet MS"/>
              </a:rPr>
              <a:t> </a:t>
            </a:r>
            <a:r>
              <a:rPr dirty="0" sz="2150" spc="-50" b="1">
                <a:latin typeface="Trebuchet MS"/>
                <a:cs typeface="Trebuchet MS"/>
              </a:rPr>
              <a:t>filtering</a:t>
            </a:r>
            <a:r>
              <a:rPr dirty="0" sz="2150" spc="-50">
                <a:latin typeface="Trebuchet MS"/>
                <a:cs typeface="Trebuchet MS"/>
              </a:rPr>
              <a:t>,</a:t>
            </a:r>
            <a:r>
              <a:rPr dirty="0" sz="2150" spc="-204">
                <a:latin typeface="Trebuchet MS"/>
                <a:cs typeface="Trebuchet MS"/>
              </a:rPr>
              <a:t> </a:t>
            </a:r>
            <a:r>
              <a:rPr dirty="0" sz="2150" spc="-135">
                <a:latin typeface="Trebuchet MS"/>
                <a:cs typeface="Trebuchet MS"/>
              </a:rPr>
              <a:t>helping</a:t>
            </a:r>
            <a:r>
              <a:rPr dirty="0" sz="2150" spc="-50">
                <a:latin typeface="Trebuchet MS"/>
                <a:cs typeface="Trebuchet MS"/>
              </a:rPr>
              <a:t> </a:t>
            </a:r>
            <a:r>
              <a:rPr dirty="0" sz="2150" spc="-65">
                <a:latin typeface="Trebuchet MS"/>
                <a:cs typeface="Trebuchet MS"/>
              </a:rPr>
              <a:t>recruiters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 spc="-95">
                <a:latin typeface="Trebuchet MS"/>
                <a:cs typeface="Trebuchet MS"/>
              </a:rPr>
              <a:t>identify </a:t>
            </a:r>
            <a:r>
              <a:rPr dirty="0" sz="2150" spc="-100">
                <a:latin typeface="Trebuchet MS"/>
                <a:cs typeface="Trebuchet MS"/>
              </a:rPr>
              <a:t>the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 spc="-40">
                <a:latin typeface="Trebuchet MS"/>
                <a:cs typeface="Trebuchet MS"/>
              </a:rPr>
              <a:t>most</a:t>
            </a:r>
            <a:r>
              <a:rPr dirty="0" sz="2150" spc="-10">
                <a:latin typeface="Trebuchet MS"/>
                <a:cs typeface="Trebuchet MS"/>
              </a:rPr>
              <a:t> </a:t>
            </a:r>
            <a:r>
              <a:rPr dirty="0" sz="2150" spc="-130">
                <a:latin typeface="Trebuchet MS"/>
                <a:cs typeface="Trebuchet MS"/>
              </a:rPr>
              <a:t>suitable</a:t>
            </a:r>
            <a:r>
              <a:rPr dirty="0" sz="2150" spc="-30">
                <a:latin typeface="Trebuchet MS"/>
                <a:cs typeface="Trebuchet MS"/>
              </a:rPr>
              <a:t> </a:t>
            </a:r>
            <a:r>
              <a:rPr dirty="0" sz="2150" spc="-125">
                <a:latin typeface="Trebuchet MS"/>
                <a:cs typeface="Trebuchet MS"/>
              </a:rPr>
              <a:t>candidates</a:t>
            </a:r>
            <a:r>
              <a:rPr dirty="0" sz="2150" spc="-45">
                <a:latin typeface="Trebuchet MS"/>
                <a:cs typeface="Trebuchet MS"/>
              </a:rPr>
              <a:t> </a:t>
            </a:r>
            <a:r>
              <a:rPr dirty="0" sz="2150" spc="-10">
                <a:latin typeface="Trebuchet MS"/>
                <a:cs typeface="Trebuchet MS"/>
              </a:rPr>
              <a:t>quickly.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1971655" cy="6858000"/>
            <a:chOff x="0" y="0"/>
            <a:chExt cx="11971655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3638550" cy="6858000"/>
            </a:xfrm>
            <a:custGeom>
              <a:avLst/>
              <a:gdLst/>
              <a:ahLst/>
              <a:cxnLst/>
              <a:rect l="l" t="t" r="r" b="b"/>
              <a:pathLst>
                <a:path w="3638550" h="6858000">
                  <a:moveTo>
                    <a:pt x="60764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41171" y="6858000"/>
                  </a:lnTo>
                  <a:lnTo>
                    <a:pt x="866916" y="6852870"/>
                  </a:lnTo>
                  <a:lnTo>
                    <a:pt x="912447" y="6843158"/>
                  </a:lnTo>
                  <a:lnTo>
                    <a:pt x="957755" y="6832855"/>
                  </a:lnTo>
                  <a:lnTo>
                    <a:pt x="1002838" y="6821964"/>
                  </a:lnTo>
                  <a:lnTo>
                    <a:pt x="1047689" y="6810490"/>
                  </a:lnTo>
                  <a:lnTo>
                    <a:pt x="1092306" y="6798438"/>
                  </a:lnTo>
                  <a:lnTo>
                    <a:pt x="1136684" y="6785811"/>
                  </a:lnTo>
                  <a:lnTo>
                    <a:pt x="1180818" y="6772614"/>
                  </a:lnTo>
                  <a:lnTo>
                    <a:pt x="1224705" y="6758851"/>
                  </a:lnTo>
                  <a:lnTo>
                    <a:pt x="1268340" y="6744525"/>
                  </a:lnTo>
                  <a:lnTo>
                    <a:pt x="1311719" y="6729643"/>
                  </a:lnTo>
                  <a:lnTo>
                    <a:pt x="1354837" y="6714207"/>
                  </a:lnTo>
                  <a:lnTo>
                    <a:pt x="1397691" y="6698222"/>
                  </a:lnTo>
                  <a:lnTo>
                    <a:pt x="1440276" y="6681692"/>
                  </a:lnTo>
                  <a:lnTo>
                    <a:pt x="1482587" y="6664622"/>
                  </a:lnTo>
                  <a:lnTo>
                    <a:pt x="1524622" y="6647015"/>
                  </a:lnTo>
                  <a:lnTo>
                    <a:pt x="1566374" y="6628876"/>
                  </a:lnTo>
                  <a:lnTo>
                    <a:pt x="1607841" y="6610210"/>
                  </a:lnTo>
                  <a:lnTo>
                    <a:pt x="1649018" y="6591019"/>
                  </a:lnTo>
                  <a:lnTo>
                    <a:pt x="1689900" y="6571310"/>
                  </a:lnTo>
                  <a:lnTo>
                    <a:pt x="1730484" y="6551085"/>
                  </a:lnTo>
                  <a:lnTo>
                    <a:pt x="1770765" y="6530350"/>
                  </a:lnTo>
                  <a:lnTo>
                    <a:pt x="1810738" y="6509108"/>
                  </a:lnTo>
                  <a:lnTo>
                    <a:pt x="1850401" y="6487363"/>
                  </a:lnTo>
                  <a:lnTo>
                    <a:pt x="1889747" y="6465121"/>
                  </a:lnTo>
                  <a:lnTo>
                    <a:pt x="1928774" y="6442385"/>
                  </a:lnTo>
                  <a:lnTo>
                    <a:pt x="1967477" y="6419159"/>
                  </a:lnTo>
                  <a:lnTo>
                    <a:pt x="2005851" y="6395448"/>
                  </a:lnTo>
                  <a:lnTo>
                    <a:pt x="2043893" y="6371255"/>
                  </a:lnTo>
                  <a:lnTo>
                    <a:pt x="2081598" y="6346586"/>
                  </a:lnTo>
                  <a:lnTo>
                    <a:pt x="2118962" y="6321444"/>
                  </a:lnTo>
                  <a:lnTo>
                    <a:pt x="2155980" y="6295834"/>
                  </a:lnTo>
                  <a:lnTo>
                    <a:pt x="2192649" y="6269760"/>
                  </a:lnTo>
                  <a:lnTo>
                    <a:pt x="2228964" y="6243226"/>
                  </a:lnTo>
                  <a:lnTo>
                    <a:pt x="2264920" y="6216236"/>
                  </a:lnTo>
                  <a:lnTo>
                    <a:pt x="2300515" y="6188795"/>
                  </a:lnTo>
                  <a:lnTo>
                    <a:pt x="2335742" y="6160906"/>
                  </a:lnTo>
                  <a:lnTo>
                    <a:pt x="2370599" y="6132575"/>
                  </a:lnTo>
                  <a:lnTo>
                    <a:pt x="2405081" y="6103806"/>
                  </a:lnTo>
                  <a:lnTo>
                    <a:pt x="2439184" y="6074601"/>
                  </a:lnTo>
                  <a:lnTo>
                    <a:pt x="2472902" y="6044967"/>
                  </a:lnTo>
                  <a:lnTo>
                    <a:pt x="2506233" y="6014907"/>
                  </a:lnTo>
                  <a:lnTo>
                    <a:pt x="2539172" y="5984425"/>
                  </a:lnTo>
                  <a:lnTo>
                    <a:pt x="2571715" y="5953526"/>
                  </a:lnTo>
                  <a:lnTo>
                    <a:pt x="2603857" y="5922214"/>
                  </a:lnTo>
                  <a:lnTo>
                    <a:pt x="2635594" y="5890492"/>
                  </a:lnTo>
                  <a:lnTo>
                    <a:pt x="2666922" y="5858366"/>
                  </a:lnTo>
                  <a:lnTo>
                    <a:pt x="2697836" y="5825840"/>
                  </a:lnTo>
                  <a:lnTo>
                    <a:pt x="2728333" y="5792918"/>
                  </a:lnTo>
                  <a:lnTo>
                    <a:pt x="2758408" y="5759603"/>
                  </a:lnTo>
                  <a:lnTo>
                    <a:pt x="2788057" y="5725901"/>
                  </a:lnTo>
                  <a:lnTo>
                    <a:pt x="2817276" y="5691816"/>
                  </a:lnTo>
                  <a:lnTo>
                    <a:pt x="2846060" y="5657351"/>
                  </a:lnTo>
                  <a:lnTo>
                    <a:pt x="2874405" y="5622512"/>
                  </a:lnTo>
                  <a:lnTo>
                    <a:pt x="2902307" y="5587301"/>
                  </a:lnTo>
                  <a:lnTo>
                    <a:pt x="2929762" y="5551725"/>
                  </a:lnTo>
                  <a:lnTo>
                    <a:pt x="2956765" y="5515786"/>
                  </a:lnTo>
                  <a:lnTo>
                    <a:pt x="2983313" y="5479489"/>
                  </a:lnTo>
                  <a:lnTo>
                    <a:pt x="3009400" y="5442839"/>
                  </a:lnTo>
                  <a:lnTo>
                    <a:pt x="3035023" y="5405839"/>
                  </a:lnTo>
                  <a:lnTo>
                    <a:pt x="3060177" y="5368494"/>
                  </a:lnTo>
                  <a:lnTo>
                    <a:pt x="3084858" y="5330808"/>
                  </a:lnTo>
                  <a:lnTo>
                    <a:pt x="3109063" y="5292785"/>
                  </a:lnTo>
                  <a:lnTo>
                    <a:pt x="3132786" y="5254430"/>
                  </a:lnTo>
                  <a:lnTo>
                    <a:pt x="3156023" y="5215747"/>
                  </a:lnTo>
                  <a:lnTo>
                    <a:pt x="3178771" y="5176739"/>
                  </a:lnTo>
                  <a:lnTo>
                    <a:pt x="3201024" y="5137412"/>
                  </a:lnTo>
                  <a:lnTo>
                    <a:pt x="3222779" y="5097770"/>
                  </a:lnTo>
                  <a:lnTo>
                    <a:pt x="3244032" y="5057816"/>
                  </a:lnTo>
                  <a:lnTo>
                    <a:pt x="3264777" y="5017556"/>
                  </a:lnTo>
                  <a:lnTo>
                    <a:pt x="3285012" y="4976992"/>
                  </a:lnTo>
                  <a:lnTo>
                    <a:pt x="3304731" y="4936130"/>
                  </a:lnTo>
                  <a:lnTo>
                    <a:pt x="3323931" y="4894974"/>
                  </a:lnTo>
                  <a:lnTo>
                    <a:pt x="3342607" y="4853528"/>
                  </a:lnTo>
                  <a:lnTo>
                    <a:pt x="3360754" y="4811797"/>
                  </a:lnTo>
                  <a:lnTo>
                    <a:pt x="3378370" y="4769784"/>
                  </a:lnTo>
                  <a:lnTo>
                    <a:pt x="3395449" y="4727493"/>
                  </a:lnTo>
                  <a:lnTo>
                    <a:pt x="3411987" y="4684930"/>
                  </a:lnTo>
                  <a:lnTo>
                    <a:pt x="3427980" y="4642098"/>
                  </a:lnTo>
                  <a:lnTo>
                    <a:pt x="3443423" y="4599001"/>
                  </a:lnTo>
                  <a:lnTo>
                    <a:pt x="3458313" y="4555644"/>
                  </a:lnTo>
                  <a:lnTo>
                    <a:pt x="3472645" y="4512031"/>
                  </a:lnTo>
                  <a:lnTo>
                    <a:pt x="3486415" y="4468166"/>
                  </a:lnTo>
                  <a:lnTo>
                    <a:pt x="3499619" y="4424054"/>
                  </a:lnTo>
                  <a:lnTo>
                    <a:pt x="3512252" y="4379699"/>
                  </a:lnTo>
                  <a:lnTo>
                    <a:pt x="3524310" y="4335105"/>
                  </a:lnTo>
                  <a:lnTo>
                    <a:pt x="3535790" y="4290275"/>
                  </a:lnTo>
                  <a:lnTo>
                    <a:pt x="3546686" y="4245216"/>
                  </a:lnTo>
                  <a:lnTo>
                    <a:pt x="3556994" y="4199930"/>
                  </a:lnTo>
                  <a:lnTo>
                    <a:pt x="3566711" y="4154422"/>
                  </a:lnTo>
                  <a:lnTo>
                    <a:pt x="3575831" y="4108696"/>
                  </a:lnTo>
                  <a:lnTo>
                    <a:pt x="3584351" y="4062757"/>
                  </a:lnTo>
                  <a:lnTo>
                    <a:pt x="3592267" y="4016609"/>
                  </a:lnTo>
                  <a:lnTo>
                    <a:pt x="3599573" y="3970255"/>
                  </a:lnTo>
                  <a:lnTo>
                    <a:pt x="3606267" y="3923701"/>
                  </a:lnTo>
                  <a:lnTo>
                    <a:pt x="3612343" y="3876950"/>
                  </a:lnTo>
                  <a:lnTo>
                    <a:pt x="3617798" y="3830007"/>
                  </a:lnTo>
                  <a:lnTo>
                    <a:pt x="3622627" y="3782876"/>
                  </a:lnTo>
                  <a:lnTo>
                    <a:pt x="3626826" y="3735561"/>
                  </a:lnTo>
                  <a:lnTo>
                    <a:pt x="3630390" y="3688066"/>
                  </a:lnTo>
                  <a:lnTo>
                    <a:pt x="3633316" y="3640397"/>
                  </a:lnTo>
                  <a:lnTo>
                    <a:pt x="3635599" y="3592556"/>
                  </a:lnTo>
                  <a:lnTo>
                    <a:pt x="3637236" y="3544548"/>
                  </a:lnTo>
                  <a:lnTo>
                    <a:pt x="3638220" y="3496378"/>
                  </a:lnTo>
                  <a:lnTo>
                    <a:pt x="3638550" y="3448050"/>
                  </a:lnTo>
                  <a:lnTo>
                    <a:pt x="3638220" y="3399721"/>
                  </a:lnTo>
                  <a:lnTo>
                    <a:pt x="3637236" y="3351551"/>
                  </a:lnTo>
                  <a:lnTo>
                    <a:pt x="3635599" y="3303543"/>
                  </a:lnTo>
                  <a:lnTo>
                    <a:pt x="3633316" y="3255702"/>
                  </a:lnTo>
                  <a:lnTo>
                    <a:pt x="3630390" y="3208033"/>
                  </a:lnTo>
                  <a:lnTo>
                    <a:pt x="3626826" y="3160538"/>
                  </a:lnTo>
                  <a:lnTo>
                    <a:pt x="3622627" y="3113223"/>
                  </a:lnTo>
                  <a:lnTo>
                    <a:pt x="3617798" y="3066092"/>
                  </a:lnTo>
                  <a:lnTo>
                    <a:pt x="3612343" y="3019149"/>
                  </a:lnTo>
                  <a:lnTo>
                    <a:pt x="3606267" y="2972398"/>
                  </a:lnTo>
                  <a:lnTo>
                    <a:pt x="3599573" y="2925844"/>
                  </a:lnTo>
                  <a:lnTo>
                    <a:pt x="3592267" y="2879490"/>
                  </a:lnTo>
                  <a:lnTo>
                    <a:pt x="3584351" y="2833342"/>
                  </a:lnTo>
                  <a:lnTo>
                    <a:pt x="3575831" y="2787403"/>
                  </a:lnTo>
                  <a:lnTo>
                    <a:pt x="3566711" y="2741677"/>
                  </a:lnTo>
                  <a:lnTo>
                    <a:pt x="3556994" y="2696169"/>
                  </a:lnTo>
                  <a:lnTo>
                    <a:pt x="3546686" y="2650883"/>
                  </a:lnTo>
                  <a:lnTo>
                    <a:pt x="3535790" y="2605823"/>
                  </a:lnTo>
                  <a:lnTo>
                    <a:pt x="3524310" y="2560994"/>
                  </a:lnTo>
                  <a:lnTo>
                    <a:pt x="3512252" y="2516400"/>
                  </a:lnTo>
                  <a:lnTo>
                    <a:pt x="3499619" y="2472045"/>
                  </a:lnTo>
                  <a:lnTo>
                    <a:pt x="3486415" y="2427932"/>
                  </a:lnTo>
                  <a:lnTo>
                    <a:pt x="3472645" y="2384068"/>
                  </a:lnTo>
                  <a:lnTo>
                    <a:pt x="3458313" y="2340455"/>
                  </a:lnTo>
                  <a:lnTo>
                    <a:pt x="3443423" y="2297098"/>
                  </a:lnTo>
                  <a:lnTo>
                    <a:pt x="3427980" y="2254001"/>
                  </a:lnTo>
                  <a:lnTo>
                    <a:pt x="3411987" y="2211169"/>
                  </a:lnTo>
                  <a:lnTo>
                    <a:pt x="3395449" y="2168606"/>
                  </a:lnTo>
                  <a:lnTo>
                    <a:pt x="3378370" y="2126315"/>
                  </a:lnTo>
                  <a:lnTo>
                    <a:pt x="3360754" y="2084302"/>
                  </a:lnTo>
                  <a:lnTo>
                    <a:pt x="3342607" y="2042570"/>
                  </a:lnTo>
                  <a:lnTo>
                    <a:pt x="3323931" y="2001124"/>
                  </a:lnTo>
                  <a:lnTo>
                    <a:pt x="3304731" y="1959968"/>
                  </a:lnTo>
                  <a:lnTo>
                    <a:pt x="3285012" y="1919106"/>
                  </a:lnTo>
                  <a:lnTo>
                    <a:pt x="3264777" y="1878543"/>
                  </a:lnTo>
                  <a:lnTo>
                    <a:pt x="3244032" y="1838283"/>
                  </a:lnTo>
                  <a:lnTo>
                    <a:pt x="3222779" y="1798329"/>
                  </a:lnTo>
                  <a:lnTo>
                    <a:pt x="3201024" y="1758686"/>
                  </a:lnTo>
                  <a:lnTo>
                    <a:pt x="3178771" y="1719359"/>
                  </a:lnTo>
                  <a:lnTo>
                    <a:pt x="3156023" y="1680352"/>
                  </a:lnTo>
                  <a:lnTo>
                    <a:pt x="3132786" y="1641669"/>
                  </a:lnTo>
                  <a:lnTo>
                    <a:pt x="3109063" y="1603314"/>
                  </a:lnTo>
                  <a:lnTo>
                    <a:pt x="3084858" y="1565291"/>
                  </a:lnTo>
                  <a:lnTo>
                    <a:pt x="3060177" y="1527605"/>
                  </a:lnTo>
                  <a:lnTo>
                    <a:pt x="3035023" y="1490260"/>
                  </a:lnTo>
                  <a:lnTo>
                    <a:pt x="3009400" y="1453260"/>
                  </a:lnTo>
                  <a:lnTo>
                    <a:pt x="2983313" y="1416609"/>
                  </a:lnTo>
                  <a:lnTo>
                    <a:pt x="2956765" y="1380313"/>
                  </a:lnTo>
                  <a:lnTo>
                    <a:pt x="2929762" y="1344374"/>
                  </a:lnTo>
                  <a:lnTo>
                    <a:pt x="2902307" y="1308797"/>
                  </a:lnTo>
                  <a:lnTo>
                    <a:pt x="2874405" y="1273587"/>
                  </a:lnTo>
                  <a:lnTo>
                    <a:pt x="2846060" y="1238747"/>
                  </a:lnTo>
                  <a:lnTo>
                    <a:pt x="2817276" y="1204283"/>
                  </a:lnTo>
                  <a:lnTo>
                    <a:pt x="2788057" y="1170197"/>
                  </a:lnTo>
                  <a:lnTo>
                    <a:pt x="2758408" y="1136495"/>
                  </a:lnTo>
                  <a:lnTo>
                    <a:pt x="2728333" y="1103181"/>
                  </a:lnTo>
                  <a:lnTo>
                    <a:pt x="2697836" y="1070258"/>
                  </a:lnTo>
                  <a:lnTo>
                    <a:pt x="2666922" y="1037732"/>
                  </a:lnTo>
                  <a:lnTo>
                    <a:pt x="2635594" y="1005606"/>
                  </a:lnTo>
                  <a:lnTo>
                    <a:pt x="2603857" y="973885"/>
                  </a:lnTo>
                  <a:lnTo>
                    <a:pt x="2571715" y="942572"/>
                  </a:lnTo>
                  <a:lnTo>
                    <a:pt x="2539172" y="911673"/>
                  </a:lnTo>
                  <a:lnTo>
                    <a:pt x="2506233" y="881191"/>
                  </a:lnTo>
                  <a:lnTo>
                    <a:pt x="2472902" y="851131"/>
                  </a:lnTo>
                  <a:lnTo>
                    <a:pt x="2439184" y="821497"/>
                  </a:lnTo>
                  <a:lnTo>
                    <a:pt x="2405081" y="792293"/>
                  </a:lnTo>
                  <a:lnTo>
                    <a:pt x="2370599" y="763523"/>
                  </a:lnTo>
                  <a:lnTo>
                    <a:pt x="2335742" y="735192"/>
                  </a:lnTo>
                  <a:lnTo>
                    <a:pt x="2300515" y="707303"/>
                  </a:lnTo>
                  <a:lnTo>
                    <a:pt x="2264920" y="679862"/>
                  </a:lnTo>
                  <a:lnTo>
                    <a:pt x="2228964" y="652873"/>
                  </a:lnTo>
                  <a:lnTo>
                    <a:pt x="2192649" y="626338"/>
                  </a:lnTo>
                  <a:lnTo>
                    <a:pt x="2155980" y="600264"/>
                  </a:lnTo>
                  <a:lnTo>
                    <a:pt x="2118962" y="574654"/>
                  </a:lnTo>
                  <a:lnTo>
                    <a:pt x="2081598" y="549512"/>
                  </a:lnTo>
                  <a:lnTo>
                    <a:pt x="2043893" y="524843"/>
                  </a:lnTo>
                  <a:lnTo>
                    <a:pt x="2005851" y="500650"/>
                  </a:lnTo>
                  <a:lnTo>
                    <a:pt x="1967477" y="476939"/>
                  </a:lnTo>
                  <a:lnTo>
                    <a:pt x="1928774" y="453713"/>
                  </a:lnTo>
                  <a:lnTo>
                    <a:pt x="1889747" y="430977"/>
                  </a:lnTo>
                  <a:lnTo>
                    <a:pt x="1850401" y="408735"/>
                  </a:lnTo>
                  <a:lnTo>
                    <a:pt x="1810738" y="386990"/>
                  </a:lnTo>
                  <a:lnTo>
                    <a:pt x="1770765" y="365748"/>
                  </a:lnTo>
                  <a:lnTo>
                    <a:pt x="1730484" y="345013"/>
                  </a:lnTo>
                  <a:lnTo>
                    <a:pt x="1689900" y="324788"/>
                  </a:lnTo>
                  <a:lnTo>
                    <a:pt x="1649018" y="305079"/>
                  </a:lnTo>
                  <a:lnTo>
                    <a:pt x="1607841" y="285888"/>
                  </a:lnTo>
                  <a:lnTo>
                    <a:pt x="1566374" y="267222"/>
                  </a:lnTo>
                  <a:lnTo>
                    <a:pt x="1524622" y="249083"/>
                  </a:lnTo>
                  <a:lnTo>
                    <a:pt x="1482587" y="231476"/>
                  </a:lnTo>
                  <a:lnTo>
                    <a:pt x="1440276" y="214406"/>
                  </a:lnTo>
                  <a:lnTo>
                    <a:pt x="1397691" y="197876"/>
                  </a:lnTo>
                  <a:lnTo>
                    <a:pt x="1354837" y="181891"/>
                  </a:lnTo>
                  <a:lnTo>
                    <a:pt x="1311719" y="166455"/>
                  </a:lnTo>
                  <a:lnTo>
                    <a:pt x="1268340" y="151572"/>
                  </a:lnTo>
                  <a:lnTo>
                    <a:pt x="1224705" y="137247"/>
                  </a:lnTo>
                  <a:lnTo>
                    <a:pt x="1180818" y="123484"/>
                  </a:lnTo>
                  <a:lnTo>
                    <a:pt x="1136684" y="110287"/>
                  </a:lnTo>
                  <a:lnTo>
                    <a:pt x="1092306" y="97660"/>
                  </a:lnTo>
                  <a:lnTo>
                    <a:pt x="1047689" y="85607"/>
                  </a:lnTo>
                  <a:lnTo>
                    <a:pt x="1002838" y="74134"/>
                  </a:lnTo>
                  <a:lnTo>
                    <a:pt x="957755" y="63243"/>
                  </a:lnTo>
                  <a:lnTo>
                    <a:pt x="912447" y="52940"/>
                  </a:lnTo>
                  <a:lnTo>
                    <a:pt x="866916" y="43228"/>
                  </a:lnTo>
                  <a:lnTo>
                    <a:pt x="821167" y="34112"/>
                  </a:lnTo>
                  <a:lnTo>
                    <a:pt x="775204" y="25596"/>
                  </a:lnTo>
                  <a:lnTo>
                    <a:pt x="729032" y="17685"/>
                  </a:lnTo>
                  <a:lnTo>
                    <a:pt x="682655" y="10382"/>
                  </a:lnTo>
                  <a:lnTo>
                    <a:pt x="636078" y="3691"/>
                  </a:lnTo>
                  <a:lnTo>
                    <a:pt x="607645" y="0"/>
                  </a:lnTo>
                  <a:close/>
                </a:path>
              </a:pathLst>
            </a:custGeom>
            <a:solidFill>
              <a:srgbClr val="F5DF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52412" y="261937"/>
              <a:ext cx="11696700" cy="6362065"/>
            </a:xfrm>
            <a:custGeom>
              <a:avLst/>
              <a:gdLst/>
              <a:ahLst/>
              <a:cxnLst/>
              <a:rect l="l" t="t" r="r" b="b"/>
              <a:pathLst>
                <a:path w="11696700" h="6362065">
                  <a:moveTo>
                    <a:pt x="0" y="6343650"/>
                  </a:moveTo>
                  <a:lnTo>
                    <a:pt x="11696700" y="6343650"/>
                  </a:lnTo>
                  <a:lnTo>
                    <a:pt x="11696700" y="0"/>
                  </a:lnTo>
                  <a:lnTo>
                    <a:pt x="0" y="0"/>
                  </a:lnTo>
                  <a:lnTo>
                    <a:pt x="0" y="6343650"/>
                  </a:lnTo>
                  <a:close/>
                </a:path>
                <a:path w="11696700" h="6362065">
                  <a:moveTo>
                    <a:pt x="2276538" y="63"/>
                  </a:moveTo>
                  <a:lnTo>
                    <a:pt x="2276538" y="2799524"/>
                  </a:lnTo>
                </a:path>
                <a:path w="11696700" h="6362065">
                  <a:moveTo>
                    <a:pt x="2276538" y="3562413"/>
                  </a:moveTo>
                  <a:lnTo>
                    <a:pt x="2276538" y="6361912"/>
                  </a:lnTo>
                </a:path>
              </a:pathLst>
            </a:custGeom>
            <a:ln w="44450">
              <a:solidFill>
                <a:srgbClr val="495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207275" y="1015022"/>
            <a:ext cx="611505" cy="48456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4585"/>
              </a:lnSpc>
            </a:pPr>
            <a:r>
              <a:rPr dirty="0" sz="3950" spc="459" b="1">
                <a:solidFill>
                  <a:srgbClr val="495255"/>
                </a:solidFill>
                <a:latin typeface="Trebuchet MS"/>
                <a:cs typeface="Trebuchet MS"/>
              </a:rPr>
              <a:t>EXISTING</a:t>
            </a:r>
            <a:r>
              <a:rPr dirty="0" sz="3950" spc="30" b="1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365" b="1">
                <a:solidFill>
                  <a:srgbClr val="495255"/>
                </a:solidFill>
                <a:latin typeface="Trebuchet MS"/>
                <a:cs typeface="Trebuchet MS"/>
              </a:rPr>
              <a:t>SYSTEM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259059" y="6355412"/>
            <a:ext cx="151765" cy="291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35"/>
              </a:lnSpc>
            </a:pPr>
            <a:r>
              <a:rPr dirty="0" sz="1800" spc="-50" b="1">
                <a:solidFill>
                  <a:srgbClr val="495255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06190" y="1009287"/>
            <a:ext cx="7209155" cy="4078604"/>
          </a:xfrm>
          <a:prstGeom prst="rect">
            <a:avLst/>
          </a:prstGeom>
        </p:spPr>
        <p:txBody>
          <a:bodyPr wrap="square" lIns="0" tIns="17907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4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z="215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dirty="0" sz="2150" spc="-3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800" spc="-3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800" spc="-1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2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800" spc="-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Trebuchet MS"/>
                <a:cs typeface="Trebuchet MS"/>
              </a:rPr>
              <a:t>existing</a:t>
            </a:r>
            <a:r>
              <a:rPr dirty="0" sz="1800" spc="-2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252525"/>
                </a:solidFill>
                <a:latin typeface="Trebuchet MS"/>
                <a:cs typeface="Trebuchet MS"/>
              </a:rPr>
              <a:t>system</a:t>
            </a:r>
            <a:r>
              <a:rPr dirty="0" sz="1800" spc="-4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sz="18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252525"/>
                </a:solidFill>
                <a:latin typeface="Trebuchet MS"/>
                <a:cs typeface="Trebuchet MS"/>
              </a:rPr>
              <a:t>companies</a:t>
            </a:r>
            <a:r>
              <a:rPr dirty="0" sz="1800" spc="-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25">
                <a:solidFill>
                  <a:srgbClr val="252525"/>
                </a:solidFill>
                <a:latin typeface="Trebuchet MS"/>
                <a:cs typeface="Trebuchet MS"/>
              </a:rPr>
              <a:t>usually</a:t>
            </a:r>
            <a:r>
              <a:rPr dirty="0" sz="1800" spc="1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252525"/>
                </a:solidFill>
                <a:latin typeface="Trebuchet MS"/>
                <a:cs typeface="Trebuchet MS"/>
              </a:rPr>
              <a:t>shortlist</a:t>
            </a:r>
            <a:r>
              <a:rPr dirty="0" sz="1800" spc="-9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85">
                <a:solidFill>
                  <a:srgbClr val="252525"/>
                </a:solidFill>
                <a:latin typeface="Trebuchet MS"/>
                <a:cs typeface="Trebuchet MS"/>
              </a:rPr>
              <a:t>resumes</a:t>
            </a:r>
            <a:r>
              <a:rPr dirty="0" sz="1800" spc="-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252525"/>
                </a:solidFill>
                <a:latin typeface="Trebuchet MS"/>
                <a:cs typeface="Trebuchet MS"/>
              </a:rPr>
              <a:t>manually.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07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Problems</a:t>
            </a:r>
            <a:r>
              <a:rPr dirty="0" sz="1800" spc="-3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Trebuchet MS"/>
                <a:cs typeface="Trebuchet MS"/>
              </a:rPr>
              <a:t>in the</a:t>
            </a:r>
            <a:r>
              <a:rPr dirty="0" sz="1800" spc="-3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Existing</a:t>
            </a:r>
            <a:r>
              <a:rPr dirty="0" sz="1800" spc="-2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Trebuchet MS"/>
                <a:cs typeface="Trebuchet MS"/>
              </a:rPr>
              <a:t>System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99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z="1800" spc="-80">
                <a:solidFill>
                  <a:srgbClr val="252525"/>
                </a:solidFill>
                <a:latin typeface="Trebuchet MS"/>
                <a:cs typeface="Trebuchet MS"/>
              </a:rPr>
              <a:t>Recruiters</a:t>
            </a:r>
            <a:r>
              <a:rPr dirty="0" sz="1800" spc="-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50">
                <a:solidFill>
                  <a:srgbClr val="252525"/>
                </a:solidFill>
                <a:latin typeface="Trebuchet MS"/>
                <a:cs typeface="Trebuchet MS"/>
              </a:rPr>
              <a:t>manually</a:t>
            </a:r>
            <a:r>
              <a:rPr dirty="0" sz="1800" spc="-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14">
                <a:solidFill>
                  <a:srgbClr val="252525"/>
                </a:solidFill>
                <a:latin typeface="Trebuchet MS"/>
                <a:cs typeface="Trebuchet MS"/>
              </a:rPr>
              <a:t>read</a:t>
            </a:r>
            <a:r>
              <a:rPr dirty="0" sz="1800" spc="-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Trebuchet MS"/>
                <a:cs typeface="Trebuchet MS"/>
              </a:rPr>
              <a:t>hundreds</a:t>
            </a:r>
            <a:r>
              <a:rPr dirty="0" sz="1800" spc="-10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65" b="1">
                <a:solidFill>
                  <a:srgbClr val="252525"/>
                </a:solidFill>
                <a:latin typeface="Trebuchet MS"/>
                <a:cs typeface="Trebuchet MS"/>
              </a:rPr>
              <a:t>or</a:t>
            </a:r>
            <a:r>
              <a:rPr dirty="0" sz="1800" spc="-7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thousands</a:t>
            </a:r>
            <a:r>
              <a:rPr dirty="0" sz="1800" spc="-1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800" spc="-2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Trebuchet MS"/>
                <a:cs typeface="Trebuchet MS"/>
              </a:rPr>
              <a:t>resumes</a:t>
            </a:r>
            <a:r>
              <a:rPr dirty="0" sz="1800" spc="-1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z="1800" spc="-4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800" spc="-9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252525"/>
                </a:solidFill>
                <a:latin typeface="Trebuchet MS"/>
                <a:cs typeface="Trebuchet MS"/>
              </a:rPr>
              <a:t>process</a:t>
            </a:r>
            <a:r>
              <a:rPr dirty="0" sz="1800" spc="-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8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800" spc="-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252525"/>
                </a:solidFill>
                <a:latin typeface="Trebuchet MS"/>
                <a:cs typeface="Trebuchet MS"/>
              </a:rPr>
              <a:t>very</a:t>
            </a:r>
            <a:r>
              <a:rPr dirty="0" sz="1800" spc="-6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time-</a:t>
            </a:r>
            <a:r>
              <a:rPr dirty="0" sz="1800" spc="-10" b="1">
                <a:solidFill>
                  <a:srgbClr val="252525"/>
                </a:solidFill>
                <a:latin typeface="Trebuchet MS"/>
                <a:cs typeface="Trebuchet MS"/>
              </a:rPr>
              <a:t>consuming</a:t>
            </a:r>
            <a:r>
              <a:rPr dirty="0" sz="1800" spc="-1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z="1800" spc="-70">
                <a:solidFill>
                  <a:srgbClr val="252525"/>
                </a:solidFill>
                <a:latin typeface="Trebuchet MS"/>
                <a:cs typeface="Trebuchet MS"/>
              </a:rPr>
              <a:t>Human</a:t>
            </a:r>
            <a:r>
              <a:rPr dirty="0" sz="1800" spc="-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252525"/>
                </a:solidFill>
                <a:latin typeface="Trebuchet MS"/>
                <a:cs typeface="Trebuchet MS"/>
              </a:rPr>
              <a:t>errors </a:t>
            </a:r>
            <a:r>
              <a:rPr dirty="0" sz="1800" spc="-170">
                <a:solidFill>
                  <a:srgbClr val="252525"/>
                </a:solidFill>
                <a:latin typeface="Trebuchet MS"/>
                <a:cs typeface="Trebuchet MS"/>
              </a:rPr>
              <a:t>may</a:t>
            </a:r>
            <a:r>
              <a:rPr dirty="0" sz="1800" spc="-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252525"/>
                </a:solidFill>
                <a:latin typeface="Trebuchet MS"/>
                <a:cs typeface="Trebuchet MS"/>
              </a:rPr>
              <a:t>occur</a:t>
            </a:r>
            <a:r>
              <a:rPr dirty="0" sz="1800" spc="-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14">
                <a:solidFill>
                  <a:srgbClr val="252525"/>
                </a:solidFill>
                <a:latin typeface="Trebuchet MS"/>
                <a:cs typeface="Trebuchet MS"/>
              </a:rPr>
              <a:t>while</a:t>
            </a:r>
            <a:r>
              <a:rPr dirty="0" sz="1800" spc="-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14">
                <a:solidFill>
                  <a:srgbClr val="252525"/>
                </a:solidFill>
                <a:latin typeface="Trebuchet MS"/>
                <a:cs typeface="Trebuchet MS"/>
              </a:rPr>
              <a:t>selecting</a:t>
            </a:r>
            <a:r>
              <a:rPr dirty="0" sz="1800" spc="-35">
                <a:solidFill>
                  <a:srgbClr val="252525"/>
                </a:solidFill>
                <a:latin typeface="Trebuchet MS"/>
                <a:cs typeface="Trebuchet MS"/>
              </a:rPr>
              <a:t> candidates.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99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z="1800" spc="-100">
                <a:solidFill>
                  <a:srgbClr val="252525"/>
                </a:solidFill>
                <a:latin typeface="Trebuchet MS"/>
                <a:cs typeface="Trebuchet MS"/>
              </a:rPr>
              <a:t>Difficult</a:t>
            </a:r>
            <a:r>
              <a:rPr dirty="0" sz="1800" spc="-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800" spc="-9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14">
                <a:solidFill>
                  <a:srgbClr val="252525"/>
                </a:solidFill>
                <a:latin typeface="Trebuchet MS"/>
                <a:cs typeface="Trebuchet MS"/>
              </a:rPr>
              <a:t>quickly</a:t>
            </a:r>
            <a:r>
              <a:rPr dirty="0" sz="1800" spc="-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compare</a:t>
            </a:r>
            <a:r>
              <a:rPr dirty="0" sz="1800" spc="-5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Trebuchet MS"/>
                <a:cs typeface="Trebuchet MS"/>
              </a:rPr>
              <a:t>candidate</a:t>
            </a:r>
            <a:r>
              <a:rPr dirty="0" sz="1800" spc="-6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252525"/>
                </a:solidFill>
                <a:latin typeface="Trebuchet MS"/>
                <a:cs typeface="Trebuchet MS"/>
              </a:rPr>
              <a:t>skills</a:t>
            </a:r>
            <a:r>
              <a:rPr dirty="0" sz="1800" spc="-6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with</a:t>
            </a:r>
            <a:r>
              <a:rPr dirty="0" sz="1800" spc="-40" b="1">
                <a:solidFill>
                  <a:srgbClr val="252525"/>
                </a:solidFill>
                <a:latin typeface="Trebuchet MS"/>
                <a:cs typeface="Trebuchet MS"/>
              </a:rPr>
              <a:t> job</a:t>
            </a:r>
            <a:r>
              <a:rPr dirty="0" sz="1800" spc="-9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Trebuchet MS"/>
                <a:cs typeface="Trebuchet MS"/>
              </a:rPr>
              <a:t>requirements</a:t>
            </a:r>
            <a:r>
              <a:rPr dirty="0" sz="1800" spc="-1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z="1800" spc="145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dirty="0" sz="180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30">
                <a:solidFill>
                  <a:srgbClr val="252525"/>
                </a:solidFill>
                <a:latin typeface="Trebuchet MS"/>
                <a:cs typeface="Trebuchet MS"/>
              </a:rPr>
              <a:t>automated</a:t>
            </a:r>
            <a:r>
              <a:rPr dirty="0" sz="180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252525"/>
                </a:solidFill>
                <a:latin typeface="Trebuchet MS"/>
                <a:cs typeface="Trebuchet MS"/>
              </a:rPr>
              <a:t>ranking</a:t>
            </a:r>
            <a:r>
              <a:rPr dirty="0" sz="1800">
                <a:solidFill>
                  <a:srgbClr val="252525"/>
                </a:solidFill>
                <a:latin typeface="Trebuchet MS"/>
                <a:cs typeface="Trebuchet MS"/>
              </a:rPr>
              <a:t> or</a:t>
            </a:r>
            <a:r>
              <a:rPr dirty="0" sz="1800" spc="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25">
                <a:solidFill>
                  <a:srgbClr val="252525"/>
                </a:solidFill>
                <a:latin typeface="Trebuchet MS"/>
                <a:cs typeface="Trebuchet MS"/>
              </a:rPr>
              <a:t>filtering</a:t>
            </a:r>
            <a:r>
              <a:rPr dirty="0" sz="1800" spc="-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52525"/>
                </a:solidFill>
                <a:latin typeface="Trebuchet MS"/>
                <a:cs typeface="Trebuchet MS"/>
              </a:rPr>
              <a:t>system.</a:t>
            </a:r>
            <a:endParaRPr sz="1800">
              <a:latin typeface="Trebuchet MS"/>
              <a:cs typeface="Trebuchet MS"/>
            </a:endParaRPr>
          </a:p>
          <a:p>
            <a:pPr marL="241300" marR="5080" indent="-229235">
              <a:lnSpc>
                <a:spcPct val="100800"/>
              </a:lnSpc>
              <a:spcBef>
                <a:spcPts val="98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sz="1800" spc="-105">
                <a:solidFill>
                  <a:srgbClr val="252525"/>
                </a:solidFill>
                <a:latin typeface="Trebuchet MS"/>
                <a:cs typeface="Trebuchet MS"/>
              </a:rPr>
              <a:t>Because</a:t>
            </a:r>
            <a:r>
              <a:rPr dirty="0" sz="1800" spc="-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800" spc="-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252525"/>
                </a:solidFill>
                <a:latin typeface="Trebuchet MS"/>
                <a:cs typeface="Trebuchet MS"/>
              </a:rPr>
              <a:t>these</a:t>
            </a:r>
            <a:r>
              <a:rPr dirty="0" sz="1800" spc="-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20">
                <a:solidFill>
                  <a:srgbClr val="252525"/>
                </a:solidFill>
                <a:latin typeface="Trebuchet MS"/>
                <a:cs typeface="Trebuchet MS"/>
              </a:rPr>
              <a:t>issues,</a:t>
            </a:r>
            <a:r>
              <a:rPr dirty="0" sz="18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110">
                <a:solidFill>
                  <a:srgbClr val="252525"/>
                </a:solidFill>
                <a:latin typeface="Trebuchet MS"/>
                <a:cs typeface="Trebuchet MS"/>
              </a:rPr>
              <a:t>companies</a:t>
            </a:r>
            <a:r>
              <a:rPr dirty="0" sz="1800" spc="-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95">
                <a:solidFill>
                  <a:srgbClr val="252525"/>
                </a:solidFill>
                <a:latin typeface="Trebuchet MS"/>
                <a:cs typeface="Trebuchet MS"/>
              </a:rPr>
              <a:t>spend</a:t>
            </a:r>
            <a:r>
              <a:rPr dirty="0" sz="1800" spc="1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800" spc="-6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lot</a:t>
            </a:r>
            <a:r>
              <a:rPr dirty="0" sz="1800" spc="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800" spc="-2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time</a:t>
            </a:r>
            <a:r>
              <a:rPr dirty="0" sz="1800" spc="-2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800" spc="-1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252525"/>
                </a:solidFill>
                <a:latin typeface="Trebuchet MS"/>
                <a:cs typeface="Trebuchet MS"/>
              </a:rPr>
              <a:t>effort</a:t>
            </a:r>
            <a:r>
              <a:rPr dirty="0" sz="1800" spc="-7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252525"/>
                </a:solidFill>
                <a:latin typeface="Trebuchet MS"/>
                <a:cs typeface="Trebuchet MS"/>
              </a:rPr>
              <a:t>during </a:t>
            </a:r>
            <a:r>
              <a:rPr dirty="0" sz="1800" spc="-35">
                <a:solidFill>
                  <a:srgbClr val="252525"/>
                </a:solidFill>
                <a:latin typeface="Trebuchet MS"/>
                <a:cs typeface="Trebuchet MS"/>
              </a:rPr>
              <a:t>recruitment.</a:t>
            </a:r>
            <a:endParaRPr sz="1800">
              <a:latin typeface="Trebuchet MS"/>
              <a:cs typeface="Trebuchet MS"/>
            </a:endParaRPr>
          </a:p>
          <a:p>
            <a:pPr lvl="1" marL="469900" indent="-339725">
              <a:lnSpc>
                <a:spcPct val="100000"/>
              </a:lnSpc>
              <a:spcBef>
                <a:spcPts val="1095"/>
              </a:spcBef>
              <a:buClr>
                <a:srgbClr val="9BAEB5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150" spc="-5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6505575" cy="6858000"/>
          </a:xfrm>
          <a:custGeom>
            <a:avLst/>
            <a:gdLst/>
            <a:ahLst/>
            <a:cxnLst/>
            <a:rect l="l" t="t" r="r" b="b"/>
            <a:pathLst>
              <a:path w="6505575" h="6858000">
                <a:moveTo>
                  <a:pt x="0" y="0"/>
                </a:moveTo>
                <a:lnTo>
                  <a:pt x="0" y="6857999"/>
                </a:lnTo>
                <a:lnTo>
                  <a:pt x="6505575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DAD2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40270" y="3201417"/>
            <a:ext cx="611505" cy="10598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4585"/>
              </a:lnSpc>
            </a:pPr>
            <a:r>
              <a:rPr dirty="0" sz="3950" spc="405" b="1">
                <a:solidFill>
                  <a:srgbClr val="495255"/>
                </a:solidFill>
                <a:latin typeface="Trebuchet MS"/>
                <a:cs typeface="Trebuchet MS"/>
              </a:rPr>
              <a:t>SED</a:t>
            </a:r>
            <a:endParaRPr sz="3950">
              <a:latin typeface="Trebuchet MS"/>
              <a:cs typeface="Trebuchet MS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30187" y="239712"/>
          <a:ext cx="11817350" cy="6342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6475"/>
                <a:gridCol w="9420225"/>
              </a:tblGrid>
              <a:tr h="2799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3950" spc="375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endParaRPr sz="3950">
                        <a:latin typeface="Trebuchet MS"/>
                        <a:cs typeface="Trebuchet MS"/>
                      </a:endParaRPr>
                    </a:p>
                  </a:txBody>
                  <a:tcPr marL="0" marR="0" marB="0" marT="191135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97205" marR="733425" indent="-228600">
                        <a:lnSpc>
                          <a:spcPts val="2180"/>
                        </a:lnSpc>
                        <a:spcBef>
                          <a:spcPts val="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497205" algn="l"/>
                        </a:tabLst>
                      </a:pPr>
                      <a:r>
                        <a:rPr dirty="0" sz="2000" spc="-4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000" spc="-6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proposed</a:t>
                      </a:r>
                      <a:r>
                        <a:rPr dirty="0" sz="2000" spc="-1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2000" spc="-4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5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2000" spc="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9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2000" spc="-6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Resume</a:t>
                      </a:r>
                      <a:r>
                        <a:rPr dirty="0" sz="2000" spc="-3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Shortlisting</a:t>
                      </a:r>
                      <a:r>
                        <a:rPr dirty="0" sz="200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5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2000" spc="-4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dirty="0" sz="2000" spc="-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14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automatically </a:t>
                      </a:r>
                      <a:r>
                        <a:rPr dirty="0" sz="2000" spc="-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processes</a:t>
                      </a:r>
                      <a:r>
                        <a:rPr dirty="0" sz="2000" spc="-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9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resumes</a:t>
                      </a:r>
                      <a:r>
                        <a:rPr dirty="0" sz="2000" spc="-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2000" spc="-1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15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DSA</a:t>
                      </a:r>
                      <a:r>
                        <a:rPr dirty="0" sz="2000" spc="-8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4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techniques.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496570" indent="-227965">
                        <a:lnSpc>
                          <a:spcPct val="100000"/>
                        </a:lnSpc>
                        <a:spcBef>
                          <a:spcPts val="71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496570" algn="l"/>
                        </a:tabLst>
                      </a:pPr>
                      <a:r>
                        <a:rPr dirty="0" sz="2000" spc="-2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Features</a:t>
                      </a:r>
                      <a:r>
                        <a:rPr dirty="0" sz="2000" spc="-8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2000" spc="3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Proposed</a:t>
                      </a:r>
                      <a:r>
                        <a:rPr dirty="0" sz="2000" spc="-9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4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496570" indent="-227965">
                        <a:lnSpc>
                          <a:spcPct val="100000"/>
                        </a:lnSpc>
                        <a:spcBef>
                          <a:spcPts val="830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496570" algn="l"/>
                        </a:tabLst>
                      </a:pPr>
                      <a:r>
                        <a:rPr dirty="0" sz="2000" spc="-7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Companies</a:t>
                      </a:r>
                      <a:r>
                        <a:rPr dirty="0" sz="2000" spc="-1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4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dirty="0" sz="2000" spc="-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upload</a:t>
                      </a:r>
                      <a:r>
                        <a:rPr dirty="0" sz="2000" spc="-5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dirty="0" sz="2000" spc="-6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resumes</a:t>
                      </a:r>
                      <a:r>
                        <a:rPr dirty="0" sz="2000" spc="-10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dirty="0" sz="2000" spc="-6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once</a:t>
                      </a:r>
                      <a:r>
                        <a:rPr dirty="0" sz="20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496570" indent="-227965">
                        <a:lnSpc>
                          <a:spcPts val="2395"/>
                        </a:lnSpc>
                        <a:spcBef>
                          <a:spcPts val="75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496570" algn="l"/>
                        </a:tabLst>
                      </a:pPr>
                      <a:r>
                        <a:rPr dirty="0" sz="2000" spc="-10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000" spc="-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9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skills</a:t>
                      </a:r>
                      <a:r>
                        <a:rPr dirty="0" sz="2000" spc="-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2000" spc="-4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7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stored</a:t>
                      </a:r>
                      <a:r>
                        <a:rPr dirty="0" sz="2000" spc="-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2000" spc="-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organized</a:t>
                      </a:r>
                      <a:r>
                        <a:rPr dirty="0" sz="2000" spc="-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2000" spc="-7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dirty="0" sz="2000" spc="-6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structures</a:t>
                      </a:r>
                      <a:r>
                        <a:rPr dirty="0" sz="20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</a:tr>
              <a:tr h="762635">
                <a:tc gridSpan="2">
                  <a:txBody>
                    <a:bodyPr/>
                    <a:lstStyle/>
                    <a:p>
                      <a:pPr marL="2773680" indent="-228600">
                        <a:lnSpc>
                          <a:spcPct val="100000"/>
                        </a:lnSpc>
                        <a:spcBef>
                          <a:spcPts val="65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2773680" algn="l"/>
                        </a:tabLst>
                      </a:pPr>
                      <a:r>
                        <a:rPr dirty="0" sz="2000" spc="-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000" spc="-8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9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2000" spc="-1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compares</a:t>
                      </a:r>
                      <a:r>
                        <a:rPr dirty="0" sz="2000" spc="-4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000" spc="-8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3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skills</a:t>
                      </a:r>
                      <a:r>
                        <a:rPr dirty="0" sz="2000" spc="-12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2000" spc="-6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4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job</a:t>
                      </a:r>
                      <a:r>
                        <a:rPr dirty="0" sz="2000" spc="-7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requirements</a:t>
                      </a:r>
                      <a:r>
                        <a:rPr dirty="0" sz="20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2773680" indent="-228600">
                        <a:lnSpc>
                          <a:spcPts val="2095"/>
                        </a:lnSpc>
                        <a:spcBef>
                          <a:spcPts val="75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2773680" algn="l"/>
                        </a:tabLst>
                      </a:pPr>
                      <a:r>
                        <a:rPr dirty="0" sz="2000" spc="-13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dirty="0" sz="2000" spc="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4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000" spc="-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14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receives</a:t>
                      </a:r>
                      <a:r>
                        <a:rPr dirty="0" sz="2000" spc="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9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2000" spc="-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matching</a:t>
                      </a:r>
                      <a:r>
                        <a:rPr dirty="0" sz="2000" spc="-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dirty="0" sz="20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B="0" marT="83185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8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marL="461009">
                        <a:lnSpc>
                          <a:spcPct val="100000"/>
                        </a:lnSpc>
                      </a:pPr>
                      <a:r>
                        <a:rPr dirty="0" sz="3950" spc="43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PROPO</a:t>
                      </a:r>
                      <a:endParaRPr sz="3950">
                        <a:latin typeface="Trebuchet MS"/>
                        <a:cs typeface="Trebuchet MS"/>
                      </a:endParaRPr>
                    </a:p>
                  </a:txBody>
                  <a:tcPr marL="0" marR="0" marB="0" marT="191135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6570" indent="-227965">
                        <a:lnSpc>
                          <a:spcPct val="100000"/>
                        </a:lnSpc>
                        <a:spcBef>
                          <a:spcPts val="960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496570" algn="l"/>
                        </a:tabLst>
                      </a:pPr>
                      <a:r>
                        <a:rPr dirty="0" sz="2000" spc="-9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Candidates</a:t>
                      </a:r>
                      <a:r>
                        <a:rPr dirty="0" sz="2000" spc="-10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2000" spc="-1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sorted</a:t>
                      </a:r>
                      <a:r>
                        <a:rPr dirty="0" sz="2000" spc="-6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2000" spc="-6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2000" spc="-6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their</a:t>
                      </a:r>
                      <a:r>
                        <a:rPr dirty="0" sz="200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score</a:t>
                      </a:r>
                      <a:r>
                        <a:rPr dirty="0" sz="20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496570" indent="-227965">
                        <a:lnSpc>
                          <a:spcPct val="100000"/>
                        </a:lnSpc>
                        <a:spcBef>
                          <a:spcPts val="75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496570" algn="l"/>
                        </a:tabLst>
                      </a:pPr>
                      <a:r>
                        <a:rPr dirty="0" sz="2000" spc="-7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Recruiters</a:t>
                      </a:r>
                      <a:r>
                        <a:rPr dirty="0" sz="2000" spc="-8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dirty="0" sz="20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4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easily</a:t>
                      </a:r>
                      <a:r>
                        <a:rPr dirty="0" sz="2000" spc="-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see</a:t>
                      </a:r>
                      <a:r>
                        <a:rPr dirty="0" sz="2000" spc="-4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000" spc="-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top</a:t>
                      </a:r>
                      <a:r>
                        <a:rPr dirty="0" sz="2000" spc="-3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3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suitable</a:t>
                      </a:r>
                      <a:r>
                        <a:rPr dirty="0" sz="2000" spc="-4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2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candidates</a:t>
                      </a:r>
                      <a:r>
                        <a:rPr dirty="0" sz="2000" spc="-9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dirty="0" sz="20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496570" indent="-227965">
                        <a:lnSpc>
                          <a:spcPct val="100000"/>
                        </a:lnSpc>
                        <a:spcBef>
                          <a:spcPts val="75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496570" algn="l"/>
                        </a:tabLst>
                      </a:pPr>
                      <a:r>
                        <a:rPr dirty="0" sz="2000" spc="-5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This</a:t>
                      </a:r>
                      <a:r>
                        <a:rPr dirty="0" sz="2000" spc="-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2000" spc="-5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helps</a:t>
                      </a:r>
                      <a:r>
                        <a:rPr dirty="0" sz="2000" spc="-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14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companies</a:t>
                      </a:r>
                      <a:r>
                        <a:rPr dirty="0" sz="2000" spc="-4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3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save</a:t>
                      </a:r>
                      <a:r>
                        <a:rPr dirty="0" sz="2000" spc="-7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dirty="0" sz="2000" spc="-6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2000" spc="-5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improve</a:t>
                      </a:r>
                      <a:r>
                        <a:rPr dirty="0" sz="2000" spc="-6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recruitment</a:t>
                      </a:r>
                      <a:r>
                        <a:rPr dirty="0" sz="2000" spc="-65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efficiency</a:t>
                      </a:r>
                      <a:r>
                        <a:rPr dirty="0" sz="20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496570" indent="-227965">
                        <a:lnSpc>
                          <a:spcPct val="100000"/>
                        </a:lnSpc>
                        <a:spcBef>
                          <a:spcPts val="830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496570" algn="l"/>
                        </a:tabLst>
                      </a:pPr>
                      <a:r>
                        <a:rPr dirty="0" sz="2000" spc="-5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r" marR="1898014">
                        <a:lnSpc>
                          <a:spcPts val="1510"/>
                        </a:lnSpc>
                      </a:pPr>
                      <a:r>
                        <a:rPr dirty="0" sz="1800" spc="-5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2192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3638550" cy="6858000"/>
          </a:xfrm>
          <a:custGeom>
            <a:avLst/>
            <a:gdLst/>
            <a:ahLst/>
            <a:cxnLst/>
            <a:rect l="l" t="t" r="r" b="b"/>
            <a:pathLst>
              <a:path w="3638550" h="6858000">
                <a:moveTo>
                  <a:pt x="607645" y="0"/>
                </a:moveTo>
                <a:lnTo>
                  <a:pt x="0" y="0"/>
                </a:lnTo>
                <a:lnTo>
                  <a:pt x="0" y="6858000"/>
                </a:lnTo>
                <a:lnTo>
                  <a:pt x="841171" y="6858000"/>
                </a:lnTo>
                <a:lnTo>
                  <a:pt x="866916" y="6852870"/>
                </a:lnTo>
                <a:lnTo>
                  <a:pt x="912447" y="6843158"/>
                </a:lnTo>
                <a:lnTo>
                  <a:pt x="957755" y="6832855"/>
                </a:lnTo>
                <a:lnTo>
                  <a:pt x="1002838" y="6821964"/>
                </a:lnTo>
                <a:lnTo>
                  <a:pt x="1047689" y="6810490"/>
                </a:lnTo>
                <a:lnTo>
                  <a:pt x="1092306" y="6798438"/>
                </a:lnTo>
                <a:lnTo>
                  <a:pt x="1136684" y="6785811"/>
                </a:lnTo>
                <a:lnTo>
                  <a:pt x="1180818" y="6772614"/>
                </a:lnTo>
                <a:lnTo>
                  <a:pt x="1224705" y="6758851"/>
                </a:lnTo>
                <a:lnTo>
                  <a:pt x="1268340" y="6744525"/>
                </a:lnTo>
                <a:lnTo>
                  <a:pt x="1311719" y="6729643"/>
                </a:lnTo>
                <a:lnTo>
                  <a:pt x="1354837" y="6714207"/>
                </a:lnTo>
                <a:lnTo>
                  <a:pt x="1397691" y="6698222"/>
                </a:lnTo>
                <a:lnTo>
                  <a:pt x="1440276" y="6681692"/>
                </a:lnTo>
                <a:lnTo>
                  <a:pt x="1482587" y="6664622"/>
                </a:lnTo>
                <a:lnTo>
                  <a:pt x="1524622" y="6647015"/>
                </a:lnTo>
                <a:lnTo>
                  <a:pt x="1566374" y="6628876"/>
                </a:lnTo>
                <a:lnTo>
                  <a:pt x="1607841" y="6610210"/>
                </a:lnTo>
                <a:lnTo>
                  <a:pt x="1649018" y="6591019"/>
                </a:lnTo>
                <a:lnTo>
                  <a:pt x="1689900" y="6571310"/>
                </a:lnTo>
                <a:lnTo>
                  <a:pt x="1730484" y="6551085"/>
                </a:lnTo>
                <a:lnTo>
                  <a:pt x="1770765" y="6530350"/>
                </a:lnTo>
                <a:lnTo>
                  <a:pt x="1810738" y="6509108"/>
                </a:lnTo>
                <a:lnTo>
                  <a:pt x="1850401" y="6487363"/>
                </a:lnTo>
                <a:lnTo>
                  <a:pt x="1889747" y="6465121"/>
                </a:lnTo>
                <a:lnTo>
                  <a:pt x="1928774" y="6442385"/>
                </a:lnTo>
                <a:lnTo>
                  <a:pt x="1967477" y="6419159"/>
                </a:lnTo>
                <a:lnTo>
                  <a:pt x="2005851" y="6395448"/>
                </a:lnTo>
                <a:lnTo>
                  <a:pt x="2043893" y="6371255"/>
                </a:lnTo>
                <a:lnTo>
                  <a:pt x="2081598" y="6346586"/>
                </a:lnTo>
                <a:lnTo>
                  <a:pt x="2118962" y="6321444"/>
                </a:lnTo>
                <a:lnTo>
                  <a:pt x="2155980" y="6295834"/>
                </a:lnTo>
                <a:lnTo>
                  <a:pt x="2192649" y="6269760"/>
                </a:lnTo>
                <a:lnTo>
                  <a:pt x="2228964" y="6243226"/>
                </a:lnTo>
                <a:lnTo>
                  <a:pt x="2264920" y="6216236"/>
                </a:lnTo>
                <a:lnTo>
                  <a:pt x="2300515" y="6188795"/>
                </a:lnTo>
                <a:lnTo>
                  <a:pt x="2335742" y="6160906"/>
                </a:lnTo>
                <a:lnTo>
                  <a:pt x="2370599" y="6132575"/>
                </a:lnTo>
                <a:lnTo>
                  <a:pt x="2405081" y="6103806"/>
                </a:lnTo>
                <a:lnTo>
                  <a:pt x="2439184" y="6074601"/>
                </a:lnTo>
                <a:lnTo>
                  <a:pt x="2472902" y="6044967"/>
                </a:lnTo>
                <a:lnTo>
                  <a:pt x="2506233" y="6014907"/>
                </a:lnTo>
                <a:lnTo>
                  <a:pt x="2539172" y="5984425"/>
                </a:lnTo>
                <a:lnTo>
                  <a:pt x="2571715" y="5953526"/>
                </a:lnTo>
                <a:lnTo>
                  <a:pt x="2603857" y="5922214"/>
                </a:lnTo>
                <a:lnTo>
                  <a:pt x="2635594" y="5890492"/>
                </a:lnTo>
                <a:lnTo>
                  <a:pt x="2666922" y="5858366"/>
                </a:lnTo>
                <a:lnTo>
                  <a:pt x="2697836" y="5825840"/>
                </a:lnTo>
                <a:lnTo>
                  <a:pt x="2728333" y="5792918"/>
                </a:lnTo>
                <a:lnTo>
                  <a:pt x="2758408" y="5759603"/>
                </a:lnTo>
                <a:lnTo>
                  <a:pt x="2788057" y="5725901"/>
                </a:lnTo>
                <a:lnTo>
                  <a:pt x="2817276" y="5691816"/>
                </a:lnTo>
                <a:lnTo>
                  <a:pt x="2846060" y="5657351"/>
                </a:lnTo>
                <a:lnTo>
                  <a:pt x="2874405" y="5622512"/>
                </a:lnTo>
                <a:lnTo>
                  <a:pt x="2902307" y="5587301"/>
                </a:lnTo>
                <a:lnTo>
                  <a:pt x="2929762" y="5551725"/>
                </a:lnTo>
                <a:lnTo>
                  <a:pt x="2956765" y="5515786"/>
                </a:lnTo>
                <a:lnTo>
                  <a:pt x="2983313" y="5479489"/>
                </a:lnTo>
                <a:lnTo>
                  <a:pt x="3009400" y="5442839"/>
                </a:lnTo>
                <a:lnTo>
                  <a:pt x="3035023" y="5405839"/>
                </a:lnTo>
                <a:lnTo>
                  <a:pt x="3060177" y="5368494"/>
                </a:lnTo>
                <a:lnTo>
                  <a:pt x="3084858" y="5330808"/>
                </a:lnTo>
                <a:lnTo>
                  <a:pt x="3109063" y="5292785"/>
                </a:lnTo>
                <a:lnTo>
                  <a:pt x="3132786" y="5254430"/>
                </a:lnTo>
                <a:lnTo>
                  <a:pt x="3156023" y="5215747"/>
                </a:lnTo>
                <a:lnTo>
                  <a:pt x="3178771" y="5176739"/>
                </a:lnTo>
                <a:lnTo>
                  <a:pt x="3201024" y="5137412"/>
                </a:lnTo>
                <a:lnTo>
                  <a:pt x="3222779" y="5097770"/>
                </a:lnTo>
                <a:lnTo>
                  <a:pt x="3244032" y="5057816"/>
                </a:lnTo>
                <a:lnTo>
                  <a:pt x="3264777" y="5017556"/>
                </a:lnTo>
                <a:lnTo>
                  <a:pt x="3285012" y="4976992"/>
                </a:lnTo>
                <a:lnTo>
                  <a:pt x="3304731" y="4936130"/>
                </a:lnTo>
                <a:lnTo>
                  <a:pt x="3323931" y="4894974"/>
                </a:lnTo>
                <a:lnTo>
                  <a:pt x="3342607" y="4853528"/>
                </a:lnTo>
                <a:lnTo>
                  <a:pt x="3360754" y="4811797"/>
                </a:lnTo>
                <a:lnTo>
                  <a:pt x="3378370" y="4769784"/>
                </a:lnTo>
                <a:lnTo>
                  <a:pt x="3395449" y="4727493"/>
                </a:lnTo>
                <a:lnTo>
                  <a:pt x="3411987" y="4684930"/>
                </a:lnTo>
                <a:lnTo>
                  <a:pt x="3427980" y="4642098"/>
                </a:lnTo>
                <a:lnTo>
                  <a:pt x="3443423" y="4599001"/>
                </a:lnTo>
                <a:lnTo>
                  <a:pt x="3458313" y="4555644"/>
                </a:lnTo>
                <a:lnTo>
                  <a:pt x="3472645" y="4512031"/>
                </a:lnTo>
                <a:lnTo>
                  <a:pt x="3486415" y="4468166"/>
                </a:lnTo>
                <a:lnTo>
                  <a:pt x="3499619" y="4424054"/>
                </a:lnTo>
                <a:lnTo>
                  <a:pt x="3512252" y="4379699"/>
                </a:lnTo>
                <a:lnTo>
                  <a:pt x="3524310" y="4335105"/>
                </a:lnTo>
                <a:lnTo>
                  <a:pt x="3535790" y="4290275"/>
                </a:lnTo>
                <a:lnTo>
                  <a:pt x="3546686" y="4245216"/>
                </a:lnTo>
                <a:lnTo>
                  <a:pt x="3556994" y="4199930"/>
                </a:lnTo>
                <a:lnTo>
                  <a:pt x="3566711" y="4154422"/>
                </a:lnTo>
                <a:lnTo>
                  <a:pt x="3575831" y="4108696"/>
                </a:lnTo>
                <a:lnTo>
                  <a:pt x="3584351" y="4062757"/>
                </a:lnTo>
                <a:lnTo>
                  <a:pt x="3592267" y="4016609"/>
                </a:lnTo>
                <a:lnTo>
                  <a:pt x="3599573" y="3970255"/>
                </a:lnTo>
                <a:lnTo>
                  <a:pt x="3606267" y="3923701"/>
                </a:lnTo>
                <a:lnTo>
                  <a:pt x="3612343" y="3876950"/>
                </a:lnTo>
                <a:lnTo>
                  <a:pt x="3617798" y="3830007"/>
                </a:lnTo>
                <a:lnTo>
                  <a:pt x="3622627" y="3782876"/>
                </a:lnTo>
                <a:lnTo>
                  <a:pt x="3626826" y="3735561"/>
                </a:lnTo>
                <a:lnTo>
                  <a:pt x="3630390" y="3688066"/>
                </a:lnTo>
                <a:lnTo>
                  <a:pt x="3633316" y="3640397"/>
                </a:lnTo>
                <a:lnTo>
                  <a:pt x="3635599" y="3592556"/>
                </a:lnTo>
                <a:lnTo>
                  <a:pt x="3637236" y="3544548"/>
                </a:lnTo>
                <a:lnTo>
                  <a:pt x="3638220" y="3496378"/>
                </a:lnTo>
                <a:lnTo>
                  <a:pt x="3638550" y="3448050"/>
                </a:lnTo>
                <a:lnTo>
                  <a:pt x="3638220" y="3399721"/>
                </a:lnTo>
                <a:lnTo>
                  <a:pt x="3637236" y="3351551"/>
                </a:lnTo>
                <a:lnTo>
                  <a:pt x="3635599" y="3303543"/>
                </a:lnTo>
                <a:lnTo>
                  <a:pt x="3633316" y="3255702"/>
                </a:lnTo>
                <a:lnTo>
                  <a:pt x="3630390" y="3208033"/>
                </a:lnTo>
                <a:lnTo>
                  <a:pt x="3626826" y="3160538"/>
                </a:lnTo>
                <a:lnTo>
                  <a:pt x="3622627" y="3113223"/>
                </a:lnTo>
                <a:lnTo>
                  <a:pt x="3617798" y="3066092"/>
                </a:lnTo>
                <a:lnTo>
                  <a:pt x="3612343" y="3019149"/>
                </a:lnTo>
                <a:lnTo>
                  <a:pt x="3606267" y="2972398"/>
                </a:lnTo>
                <a:lnTo>
                  <a:pt x="3599573" y="2925844"/>
                </a:lnTo>
                <a:lnTo>
                  <a:pt x="3592267" y="2879490"/>
                </a:lnTo>
                <a:lnTo>
                  <a:pt x="3584351" y="2833342"/>
                </a:lnTo>
                <a:lnTo>
                  <a:pt x="3575831" y="2787403"/>
                </a:lnTo>
                <a:lnTo>
                  <a:pt x="3566711" y="2741677"/>
                </a:lnTo>
                <a:lnTo>
                  <a:pt x="3556994" y="2696169"/>
                </a:lnTo>
                <a:lnTo>
                  <a:pt x="3546686" y="2650883"/>
                </a:lnTo>
                <a:lnTo>
                  <a:pt x="3535790" y="2605823"/>
                </a:lnTo>
                <a:lnTo>
                  <a:pt x="3524310" y="2560994"/>
                </a:lnTo>
                <a:lnTo>
                  <a:pt x="3512252" y="2516400"/>
                </a:lnTo>
                <a:lnTo>
                  <a:pt x="3499619" y="2472045"/>
                </a:lnTo>
                <a:lnTo>
                  <a:pt x="3486415" y="2427932"/>
                </a:lnTo>
                <a:lnTo>
                  <a:pt x="3472645" y="2384068"/>
                </a:lnTo>
                <a:lnTo>
                  <a:pt x="3458313" y="2340455"/>
                </a:lnTo>
                <a:lnTo>
                  <a:pt x="3443423" y="2297098"/>
                </a:lnTo>
                <a:lnTo>
                  <a:pt x="3427980" y="2254001"/>
                </a:lnTo>
                <a:lnTo>
                  <a:pt x="3411987" y="2211169"/>
                </a:lnTo>
                <a:lnTo>
                  <a:pt x="3395449" y="2168606"/>
                </a:lnTo>
                <a:lnTo>
                  <a:pt x="3378370" y="2126315"/>
                </a:lnTo>
                <a:lnTo>
                  <a:pt x="3360754" y="2084302"/>
                </a:lnTo>
                <a:lnTo>
                  <a:pt x="3342607" y="2042570"/>
                </a:lnTo>
                <a:lnTo>
                  <a:pt x="3323931" y="2001124"/>
                </a:lnTo>
                <a:lnTo>
                  <a:pt x="3304731" y="1959968"/>
                </a:lnTo>
                <a:lnTo>
                  <a:pt x="3285012" y="1919106"/>
                </a:lnTo>
                <a:lnTo>
                  <a:pt x="3264777" y="1878543"/>
                </a:lnTo>
                <a:lnTo>
                  <a:pt x="3244032" y="1838283"/>
                </a:lnTo>
                <a:lnTo>
                  <a:pt x="3222779" y="1798329"/>
                </a:lnTo>
                <a:lnTo>
                  <a:pt x="3201024" y="1758686"/>
                </a:lnTo>
                <a:lnTo>
                  <a:pt x="3178771" y="1719359"/>
                </a:lnTo>
                <a:lnTo>
                  <a:pt x="3156023" y="1680352"/>
                </a:lnTo>
                <a:lnTo>
                  <a:pt x="3132786" y="1641669"/>
                </a:lnTo>
                <a:lnTo>
                  <a:pt x="3109063" y="1603314"/>
                </a:lnTo>
                <a:lnTo>
                  <a:pt x="3084858" y="1565291"/>
                </a:lnTo>
                <a:lnTo>
                  <a:pt x="3060177" y="1527605"/>
                </a:lnTo>
                <a:lnTo>
                  <a:pt x="3035023" y="1490260"/>
                </a:lnTo>
                <a:lnTo>
                  <a:pt x="3009400" y="1453260"/>
                </a:lnTo>
                <a:lnTo>
                  <a:pt x="2983313" y="1416609"/>
                </a:lnTo>
                <a:lnTo>
                  <a:pt x="2956765" y="1380313"/>
                </a:lnTo>
                <a:lnTo>
                  <a:pt x="2929762" y="1344374"/>
                </a:lnTo>
                <a:lnTo>
                  <a:pt x="2902307" y="1308797"/>
                </a:lnTo>
                <a:lnTo>
                  <a:pt x="2874405" y="1273587"/>
                </a:lnTo>
                <a:lnTo>
                  <a:pt x="2846060" y="1238747"/>
                </a:lnTo>
                <a:lnTo>
                  <a:pt x="2817276" y="1204283"/>
                </a:lnTo>
                <a:lnTo>
                  <a:pt x="2788057" y="1170197"/>
                </a:lnTo>
                <a:lnTo>
                  <a:pt x="2758408" y="1136495"/>
                </a:lnTo>
                <a:lnTo>
                  <a:pt x="2728333" y="1103181"/>
                </a:lnTo>
                <a:lnTo>
                  <a:pt x="2697836" y="1070258"/>
                </a:lnTo>
                <a:lnTo>
                  <a:pt x="2666922" y="1037732"/>
                </a:lnTo>
                <a:lnTo>
                  <a:pt x="2635594" y="1005606"/>
                </a:lnTo>
                <a:lnTo>
                  <a:pt x="2603857" y="973885"/>
                </a:lnTo>
                <a:lnTo>
                  <a:pt x="2571715" y="942572"/>
                </a:lnTo>
                <a:lnTo>
                  <a:pt x="2539172" y="911673"/>
                </a:lnTo>
                <a:lnTo>
                  <a:pt x="2506233" y="881191"/>
                </a:lnTo>
                <a:lnTo>
                  <a:pt x="2472902" y="851131"/>
                </a:lnTo>
                <a:lnTo>
                  <a:pt x="2439184" y="821497"/>
                </a:lnTo>
                <a:lnTo>
                  <a:pt x="2405081" y="792293"/>
                </a:lnTo>
                <a:lnTo>
                  <a:pt x="2370599" y="763523"/>
                </a:lnTo>
                <a:lnTo>
                  <a:pt x="2335742" y="735192"/>
                </a:lnTo>
                <a:lnTo>
                  <a:pt x="2300515" y="707303"/>
                </a:lnTo>
                <a:lnTo>
                  <a:pt x="2264920" y="679862"/>
                </a:lnTo>
                <a:lnTo>
                  <a:pt x="2228964" y="652873"/>
                </a:lnTo>
                <a:lnTo>
                  <a:pt x="2192649" y="626338"/>
                </a:lnTo>
                <a:lnTo>
                  <a:pt x="2155980" y="600264"/>
                </a:lnTo>
                <a:lnTo>
                  <a:pt x="2118962" y="574654"/>
                </a:lnTo>
                <a:lnTo>
                  <a:pt x="2081598" y="549512"/>
                </a:lnTo>
                <a:lnTo>
                  <a:pt x="2043893" y="524843"/>
                </a:lnTo>
                <a:lnTo>
                  <a:pt x="2005851" y="500650"/>
                </a:lnTo>
                <a:lnTo>
                  <a:pt x="1967477" y="476939"/>
                </a:lnTo>
                <a:lnTo>
                  <a:pt x="1928774" y="453713"/>
                </a:lnTo>
                <a:lnTo>
                  <a:pt x="1889747" y="430977"/>
                </a:lnTo>
                <a:lnTo>
                  <a:pt x="1850401" y="408735"/>
                </a:lnTo>
                <a:lnTo>
                  <a:pt x="1810738" y="386990"/>
                </a:lnTo>
                <a:lnTo>
                  <a:pt x="1770765" y="365748"/>
                </a:lnTo>
                <a:lnTo>
                  <a:pt x="1730484" y="345013"/>
                </a:lnTo>
                <a:lnTo>
                  <a:pt x="1689900" y="324788"/>
                </a:lnTo>
                <a:lnTo>
                  <a:pt x="1649018" y="305079"/>
                </a:lnTo>
                <a:lnTo>
                  <a:pt x="1607841" y="285888"/>
                </a:lnTo>
                <a:lnTo>
                  <a:pt x="1566374" y="267222"/>
                </a:lnTo>
                <a:lnTo>
                  <a:pt x="1524622" y="249083"/>
                </a:lnTo>
                <a:lnTo>
                  <a:pt x="1482587" y="231476"/>
                </a:lnTo>
                <a:lnTo>
                  <a:pt x="1440276" y="214406"/>
                </a:lnTo>
                <a:lnTo>
                  <a:pt x="1397691" y="197876"/>
                </a:lnTo>
                <a:lnTo>
                  <a:pt x="1354837" y="181891"/>
                </a:lnTo>
                <a:lnTo>
                  <a:pt x="1311719" y="166455"/>
                </a:lnTo>
                <a:lnTo>
                  <a:pt x="1268340" y="151572"/>
                </a:lnTo>
                <a:lnTo>
                  <a:pt x="1224705" y="137247"/>
                </a:lnTo>
                <a:lnTo>
                  <a:pt x="1180818" y="123484"/>
                </a:lnTo>
                <a:lnTo>
                  <a:pt x="1136684" y="110287"/>
                </a:lnTo>
                <a:lnTo>
                  <a:pt x="1092306" y="97660"/>
                </a:lnTo>
                <a:lnTo>
                  <a:pt x="1047689" y="85607"/>
                </a:lnTo>
                <a:lnTo>
                  <a:pt x="1002838" y="74134"/>
                </a:lnTo>
                <a:lnTo>
                  <a:pt x="957755" y="63243"/>
                </a:lnTo>
                <a:lnTo>
                  <a:pt x="912447" y="52940"/>
                </a:lnTo>
                <a:lnTo>
                  <a:pt x="866916" y="43228"/>
                </a:lnTo>
                <a:lnTo>
                  <a:pt x="821167" y="34112"/>
                </a:lnTo>
                <a:lnTo>
                  <a:pt x="775204" y="25596"/>
                </a:lnTo>
                <a:lnTo>
                  <a:pt x="729032" y="17685"/>
                </a:lnTo>
                <a:lnTo>
                  <a:pt x="682655" y="10382"/>
                </a:lnTo>
                <a:lnTo>
                  <a:pt x="636078" y="3691"/>
                </a:lnTo>
                <a:lnTo>
                  <a:pt x="607645" y="0"/>
                </a:lnTo>
                <a:close/>
              </a:path>
            </a:pathLst>
          </a:custGeom>
          <a:solidFill>
            <a:srgbClr val="F5DF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36669" y="518501"/>
            <a:ext cx="556260" cy="35020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4165"/>
              </a:lnSpc>
            </a:pPr>
            <a:r>
              <a:rPr dirty="0" sz="3600" spc="350" b="1">
                <a:solidFill>
                  <a:srgbClr val="495255"/>
                </a:solidFill>
                <a:latin typeface="Trebuchet MS"/>
                <a:cs typeface="Trebuchet MS"/>
              </a:rPr>
              <a:t>RCHITECTURE</a:t>
            </a:r>
            <a:endParaRPr sz="3600">
              <a:latin typeface="Trebuchet MS"/>
              <a:cs typeface="Trebuchet MS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30187" y="239712"/>
          <a:ext cx="11817350" cy="6342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6475"/>
                <a:gridCol w="9420225"/>
              </a:tblGrid>
              <a:tr h="2799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73505" indent="-227329">
                        <a:lnSpc>
                          <a:spcPct val="100000"/>
                        </a:lnSpc>
                        <a:spcBef>
                          <a:spcPts val="2400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373505" algn="l"/>
                        </a:tabLst>
                      </a:pP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dirty="0" sz="2400" spc="-25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Upload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832610" indent="-686435">
                        <a:lnSpc>
                          <a:spcPct val="100000"/>
                        </a:lnSpc>
                        <a:spcBef>
                          <a:spcPts val="102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832610" algn="l"/>
                        </a:tabLst>
                      </a:pPr>
                      <a:r>
                        <a:rPr dirty="0" sz="2400" spc="-5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↓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373505" indent="-227329">
                        <a:lnSpc>
                          <a:spcPct val="100000"/>
                        </a:lnSpc>
                        <a:spcBef>
                          <a:spcPts val="950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373505" algn="l"/>
                        </a:tabLst>
                      </a:pP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Candidate</a:t>
                      </a:r>
                      <a:r>
                        <a:rPr dirty="0" sz="2400" spc="5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2400" spc="-55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Storage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373505" indent="-227329">
                        <a:lnSpc>
                          <a:spcPct val="100000"/>
                        </a:lnSpc>
                        <a:spcBef>
                          <a:spcPts val="102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373505" algn="l"/>
                        </a:tabLst>
                      </a:pP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(Arrays /</a:t>
                      </a:r>
                      <a:r>
                        <a:rPr dirty="0" sz="2400" spc="-25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LinkedList</a:t>
                      </a:r>
                      <a:r>
                        <a:rPr dirty="0" sz="2400" spc="-3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400" spc="-25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HashMap)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832610" indent="-686435">
                        <a:lnSpc>
                          <a:spcPct val="100000"/>
                        </a:lnSpc>
                        <a:spcBef>
                          <a:spcPts val="102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832610" algn="l"/>
                        </a:tabLst>
                      </a:pPr>
                      <a:r>
                        <a:rPr dirty="0" sz="2400" spc="-5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↓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</a:tr>
              <a:tr h="762635">
                <a:tc gridSpan="2">
                  <a:txBody>
                    <a:bodyPr/>
                    <a:lstStyle/>
                    <a:p>
                      <a:pPr marL="3649979" indent="-227329">
                        <a:lnSpc>
                          <a:spcPts val="2690"/>
                        </a:lnSpc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3649979" algn="l"/>
                        </a:tabLst>
                      </a:pP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dirty="0" sz="2400" spc="-25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Processing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649979" indent="-227329">
                        <a:lnSpc>
                          <a:spcPts val="2270"/>
                        </a:lnSpc>
                        <a:spcBef>
                          <a:spcPts val="950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3649979" algn="l"/>
                        </a:tabLst>
                      </a:pP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(Queue</a:t>
                      </a:r>
                      <a:r>
                        <a:rPr dirty="0" sz="2400" spc="-15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5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Skill</a:t>
                      </a:r>
                      <a:r>
                        <a:rPr dirty="0" sz="2400" spc="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Matching)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8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4"/>
                        </a:spcBef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269875">
                        <a:lnSpc>
                          <a:spcPct val="100000"/>
                        </a:lnSpc>
                      </a:pPr>
                      <a:r>
                        <a:rPr dirty="0" sz="3600" spc="32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3600" spc="-44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3600" spc="47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endParaRPr sz="3600">
                        <a:latin typeface="Trebuchet MS"/>
                        <a:cs typeface="Trebuchet MS"/>
                      </a:endParaRPr>
                    </a:p>
                  </a:txBody>
                  <a:tcPr marL="0" marR="0" marB="0" marT="438784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2610" indent="-686435">
                        <a:lnSpc>
                          <a:spcPct val="100000"/>
                        </a:lnSpc>
                        <a:spcBef>
                          <a:spcPts val="153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832610" algn="l"/>
                        </a:tabLst>
                      </a:pPr>
                      <a:r>
                        <a:rPr dirty="0" sz="2400" spc="-5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↓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373505" indent="-227329">
                        <a:lnSpc>
                          <a:spcPct val="100000"/>
                        </a:lnSpc>
                        <a:spcBef>
                          <a:spcPts val="102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373505" algn="l"/>
                        </a:tabLst>
                      </a:pP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Candidate</a:t>
                      </a:r>
                      <a:r>
                        <a:rPr dirty="0" sz="2400" spc="5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Ranking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373505" indent="-227329">
                        <a:lnSpc>
                          <a:spcPct val="100000"/>
                        </a:lnSpc>
                        <a:spcBef>
                          <a:spcPts val="102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373505" algn="l"/>
                        </a:tabLst>
                      </a:pPr>
                      <a:r>
                        <a:rPr dirty="0" sz="2400" spc="-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(Sorting</a:t>
                      </a:r>
                      <a:r>
                        <a:rPr dirty="0" sz="2400" spc="-8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Algorithm)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832610" indent="-686435">
                        <a:lnSpc>
                          <a:spcPct val="100000"/>
                        </a:lnSpc>
                        <a:spcBef>
                          <a:spcPts val="95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832610" algn="l"/>
                        </a:tabLst>
                      </a:pPr>
                      <a:r>
                        <a:rPr dirty="0" sz="2400" spc="-5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↓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373505" indent="-227329">
                        <a:lnSpc>
                          <a:spcPct val="100000"/>
                        </a:lnSpc>
                        <a:spcBef>
                          <a:spcPts val="1025"/>
                        </a:spcBef>
                        <a:buClr>
                          <a:srgbClr val="9BAEB5"/>
                        </a:buClr>
                        <a:buFont typeface="Arial MT"/>
                        <a:buChar char="•"/>
                        <a:tabLst>
                          <a:tab pos="1373505" algn="l"/>
                        </a:tabLst>
                      </a:pP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Shortlisted</a:t>
                      </a:r>
                      <a:r>
                        <a:rPr dirty="0" sz="2400" spc="-4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Candidates </a:t>
                      </a:r>
                      <a:r>
                        <a:rPr dirty="0" sz="2400" spc="-1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Display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r" marR="1898014">
                        <a:lnSpc>
                          <a:spcPts val="1510"/>
                        </a:lnSpc>
                        <a:spcBef>
                          <a:spcPts val="325"/>
                        </a:spcBef>
                      </a:pPr>
                      <a:r>
                        <a:rPr dirty="0" sz="1800" spc="-5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194945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401425" y="0"/>
            <a:ext cx="790575" cy="6858000"/>
          </a:xfrm>
          <a:custGeom>
            <a:avLst/>
            <a:gdLst/>
            <a:ahLst/>
            <a:cxnLst/>
            <a:rect l="l" t="t" r="r" b="b"/>
            <a:pathLst>
              <a:path w="790575" h="6858000">
                <a:moveTo>
                  <a:pt x="790575" y="0"/>
                </a:moveTo>
                <a:lnTo>
                  <a:pt x="0" y="0"/>
                </a:lnTo>
                <a:lnTo>
                  <a:pt x="0" y="6858000"/>
                </a:lnTo>
                <a:lnTo>
                  <a:pt x="790575" y="6858000"/>
                </a:lnTo>
                <a:lnTo>
                  <a:pt x="790575" y="0"/>
                </a:lnTo>
                <a:close/>
              </a:path>
            </a:pathLst>
          </a:custGeom>
          <a:solidFill>
            <a:srgbClr val="D6DA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3067050" cy="6858000"/>
          </a:xfrm>
          <a:custGeom>
            <a:avLst/>
            <a:gdLst/>
            <a:ahLst/>
            <a:cxnLst/>
            <a:rect l="l" t="t" r="r" b="b"/>
            <a:pathLst>
              <a:path w="3067050" h="6858000">
                <a:moveTo>
                  <a:pt x="3067050" y="0"/>
                </a:moveTo>
                <a:lnTo>
                  <a:pt x="0" y="0"/>
                </a:lnTo>
                <a:lnTo>
                  <a:pt x="0" y="6858000"/>
                </a:lnTo>
                <a:lnTo>
                  <a:pt x="3067050" y="6858000"/>
                </a:lnTo>
                <a:lnTo>
                  <a:pt x="3067050" y="0"/>
                </a:lnTo>
                <a:close/>
              </a:path>
            </a:pathLst>
          </a:custGeom>
          <a:solidFill>
            <a:srgbClr val="D6DA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75576" y="842769"/>
            <a:ext cx="611505" cy="319024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4585"/>
              </a:lnSpc>
            </a:pPr>
            <a:r>
              <a:rPr dirty="0" sz="3950" spc="430" b="1">
                <a:solidFill>
                  <a:srgbClr val="495255"/>
                </a:solidFill>
                <a:latin typeface="Trebuchet MS"/>
                <a:cs typeface="Trebuchet MS"/>
              </a:rPr>
              <a:t>T</a:t>
            </a:r>
            <a:r>
              <a:rPr dirty="0" sz="3950" spc="-75" b="1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480" b="1">
                <a:solidFill>
                  <a:srgbClr val="495255"/>
                </a:solidFill>
                <a:latin typeface="Trebuchet MS"/>
                <a:cs typeface="Trebuchet MS"/>
              </a:rPr>
              <a:t>MODULES</a:t>
            </a:r>
            <a:endParaRPr sz="3950">
              <a:latin typeface="Trebuchet MS"/>
              <a:cs typeface="Trebuchet MS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30187" y="239712"/>
          <a:ext cx="11817350" cy="6342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6475"/>
                <a:gridCol w="9420225"/>
              </a:tblGrid>
              <a:tr h="2799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  <a:solidFill>
                      <a:srgbClr val="D6DACD"/>
                    </a:solidFill>
                  </a:tcPr>
                </a:tc>
                <a:tc>
                  <a:txBody>
                    <a:bodyPr/>
                    <a:lstStyle/>
                    <a:p>
                      <a:pPr marL="953135" indent="-276225">
                        <a:lnSpc>
                          <a:spcPct val="100000"/>
                        </a:lnSpc>
                        <a:spcBef>
                          <a:spcPts val="840"/>
                        </a:spcBef>
                        <a:buFont typeface="Trebuchet MS"/>
                        <a:buAutoNum type="arabicPeriod"/>
                        <a:tabLst>
                          <a:tab pos="953135" algn="l"/>
                        </a:tabLst>
                      </a:pPr>
                      <a:r>
                        <a:rPr dirty="0" sz="2150" b="1">
                          <a:latin typeface="Trebuchet MS"/>
                          <a:cs typeface="Trebuchet MS"/>
                        </a:rPr>
                        <a:t>Input</a:t>
                      </a:r>
                      <a:r>
                        <a:rPr dirty="0" sz="2150" spc="21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50" b="1">
                          <a:latin typeface="Trebuchet MS"/>
                          <a:cs typeface="Trebuchet MS"/>
                        </a:rPr>
                        <a:t>Module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6769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2150" spc="-25">
                          <a:latin typeface="Trebuchet MS"/>
                          <a:cs typeface="Trebuchet MS"/>
                        </a:rPr>
                        <a:t>This</a:t>
                      </a:r>
                      <a:r>
                        <a:rPr dirty="0" sz="2150" spc="-1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75">
                          <a:latin typeface="Trebuchet MS"/>
                          <a:cs typeface="Trebuchet MS"/>
                        </a:rPr>
                        <a:t>module</a:t>
                      </a:r>
                      <a:r>
                        <a:rPr dirty="0" sz="215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0">
                          <a:latin typeface="Trebuchet MS"/>
                          <a:cs typeface="Trebuchet MS"/>
                        </a:rPr>
                        <a:t>collects</a:t>
                      </a:r>
                      <a:r>
                        <a:rPr dirty="0" sz="215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0">
                          <a:latin typeface="Trebuchet MS"/>
                          <a:cs typeface="Trebuchet MS"/>
                        </a:rPr>
                        <a:t>information</a:t>
                      </a:r>
                      <a:r>
                        <a:rPr dirty="0" sz="21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60">
                          <a:latin typeface="Trebuchet MS"/>
                          <a:cs typeface="Trebuchet MS"/>
                        </a:rPr>
                        <a:t>such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5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name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21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skills.The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676910" marR="1336040">
                        <a:lnSpc>
                          <a:spcPct val="101899"/>
                        </a:lnSpc>
                        <a:spcBef>
                          <a:spcPts val="75"/>
                        </a:spcBef>
                      </a:pPr>
                      <a:r>
                        <a:rPr dirty="0" sz="2150" spc="-75">
                          <a:latin typeface="Trebuchet MS"/>
                          <a:cs typeface="Trebuchet MS"/>
                        </a:rPr>
                        <a:t>recruiter</a:t>
                      </a:r>
                      <a:r>
                        <a:rPr dirty="0" sz="215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75">
                          <a:latin typeface="Trebuchet MS"/>
                          <a:cs typeface="Trebuchet MS"/>
                        </a:rPr>
                        <a:t>enters</a:t>
                      </a:r>
                      <a:r>
                        <a:rPr dirty="0" sz="215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40"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dirty="0" sz="21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55">
                          <a:latin typeface="Trebuchet MS"/>
                          <a:cs typeface="Trebuchet MS"/>
                        </a:rPr>
                        <a:t>details,</a:t>
                      </a:r>
                      <a:r>
                        <a:rPr dirty="0" sz="2150" spc="-2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85">
                          <a:latin typeface="Trebuchet MS"/>
                          <a:cs typeface="Trebuchet MS"/>
                        </a:rPr>
                        <a:t>which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4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60">
                          <a:latin typeface="Trebuchet MS"/>
                          <a:cs typeface="Trebuchet MS"/>
                        </a:rPr>
                        <a:t>used</a:t>
                      </a:r>
                      <a:r>
                        <a:rPr dirty="0" sz="21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215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25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dirty="0" sz="2150" spc="-85">
                          <a:latin typeface="Trebuchet MS"/>
                          <a:cs typeface="Trebuchet MS"/>
                        </a:rPr>
                        <a:t>shortlisting</a:t>
                      </a:r>
                      <a:r>
                        <a:rPr dirty="0" sz="21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process.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953135" indent="-2762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 startAt="2"/>
                        <a:tabLst>
                          <a:tab pos="953135" algn="l"/>
                        </a:tabLst>
                      </a:pPr>
                      <a:r>
                        <a:rPr dirty="0" sz="2150" spc="60" b="1">
                          <a:latin typeface="Trebuchet MS"/>
                          <a:cs typeface="Trebuchet MS"/>
                        </a:rPr>
                        <a:t>Storage</a:t>
                      </a:r>
                      <a:r>
                        <a:rPr dirty="0" sz="21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50" b="1">
                          <a:latin typeface="Trebuchet MS"/>
                          <a:cs typeface="Trebuchet MS"/>
                        </a:rPr>
                        <a:t>Module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6769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2150" spc="-90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15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65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dirty="0" sz="21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2150" spc="-11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stored</a:t>
                      </a:r>
                      <a:r>
                        <a:rPr dirty="0" sz="21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85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21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arrays</a:t>
                      </a:r>
                      <a:r>
                        <a:rPr dirty="0" sz="2150" spc="-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2150" spc="-10" b="1">
                          <a:latin typeface="Trebuchet MS"/>
                          <a:cs typeface="Trebuchet MS"/>
                        </a:rPr>
                        <a:t> linked</a:t>
                      </a:r>
                      <a:r>
                        <a:rPr dirty="0" sz="2150" spc="-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70" b="1">
                          <a:latin typeface="Trebuchet MS"/>
                          <a:cs typeface="Trebuchet MS"/>
                        </a:rPr>
                        <a:t>lists</a:t>
                      </a:r>
                      <a:r>
                        <a:rPr dirty="0" sz="2150" spc="-70">
                          <a:latin typeface="Trebuchet MS"/>
                          <a:cs typeface="Trebuchet MS"/>
                        </a:rPr>
                        <a:t>.</a:t>
                      </a:r>
                      <a:r>
                        <a:rPr dirty="0" sz="2150" spc="-4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20">
                          <a:latin typeface="Trebuchet MS"/>
                          <a:cs typeface="Trebuchet MS"/>
                        </a:rPr>
                        <a:t>Arrays</a:t>
                      </a:r>
                      <a:r>
                        <a:rPr dirty="0" sz="215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store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6769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2150" spc="-135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skills,</a:t>
                      </a:r>
                      <a:r>
                        <a:rPr dirty="0" sz="2150" spc="-2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5">
                          <a:latin typeface="Trebuchet MS"/>
                          <a:cs typeface="Trebuchet MS"/>
                        </a:rPr>
                        <a:t>while</a:t>
                      </a:r>
                      <a:r>
                        <a:rPr dirty="0" sz="215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15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20">
                          <a:latin typeface="Trebuchet MS"/>
                          <a:cs typeface="Trebuchet MS"/>
                        </a:rPr>
                        <a:t>linked</a:t>
                      </a:r>
                      <a:r>
                        <a:rPr dirty="0" sz="21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14">
                          <a:latin typeface="Trebuchet MS"/>
                          <a:cs typeface="Trebuchet MS"/>
                        </a:rPr>
                        <a:t>list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35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dirty="0" sz="21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objects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676910">
                        <a:lnSpc>
                          <a:spcPts val="2550"/>
                        </a:lnSpc>
                        <a:spcBef>
                          <a:spcPts val="120"/>
                        </a:spcBef>
                      </a:pPr>
                      <a:r>
                        <a:rPr dirty="0" sz="2150" spc="-85">
                          <a:latin typeface="Trebuchet MS"/>
                          <a:cs typeface="Trebuchet MS"/>
                        </a:rPr>
                        <a:t>dynamically.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B="0" marT="10668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</a:tr>
              <a:tr h="762635">
                <a:tc gridSpan="2">
                  <a:txBody>
                    <a:bodyPr/>
                    <a:lstStyle/>
                    <a:p>
                      <a:pPr marL="2953385">
                        <a:lnSpc>
                          <a:spcPts val="2560"/>
                        </a:lnSpc>
                      </a:pPr>
                      <a:r>
                        <a:rPr dirty="0" sz="2150" spc="-140" b="1">
                          <a:latin typeface="Trebuchet MS"/>
                          <a:cs typeface="Trebuchet MS"/>
                        </a:rPr>
                        <a:t>3.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Processing</a:t>
                      </a:r>
                      <a:r>
                        <a:rPr dirty="0" sz="2150" spc="19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40" b="1">
                          <a:latin typeface="Trebuchet MS"/>
                          <a:cs typeface="Trebuchet MS"/>
                        </a:rPr>
                        <a:t>Module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29533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150" spc="-60">
                          <a:latin typeface="Trebuchet MS"/>
                          <a:cs typeface="Trebuchet MS"/>
                        </a:rPr>
                        <a:t>Resumes</a:t>
                      </a:r>
                      <a:r>
                        <a:rPr dirty="0" sz="21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1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215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65">
                          <a:latin typeface="Trebuchet MS"/>
                          <a:cs typeface="Trebuchet MS"/>
                        </a:rPr>
                        <a:t>processed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90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21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21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21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queue</a:t>
                      </a:r>
                      <a:r>
                        <a:rPr dirty="0" sz="2150" spc="-4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(FIFO)</a:t>
                      </a:r>
                      <a:r>
                        <a:rPr dirty="0" sz="2150">
                          <a:latin typeface="Trebuchet MS"/>
                          <a:cs typeface="Trebuchet MS"/>
                        </a:rPr>
                        <a:t>.The</a:t>
                      </a:r>
                      <a:r>
                        <a:rPr dirty="0" sz="215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85"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21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compares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8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85"/>
                        </a:spcBef>
                      </a:pP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marL="584835">
                        <a:lnSpc>
                          <a:spcPct val="100000"/>
                        </a:lnSpc>
                      </a:pPr>
                      <a:r>
                        <a:rPr dirty="0" sz="3950" spc="225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PROJEC</a:t>
                      </a:r>
                      <a:endParaRPr sz="3950">
                        <a:latin typeface="Trebuchet MS"/>
                        <a:cs typeface="Trebuchet MS"/>
                      </a:endParaRPr>
                    </a:p>
                  </a:txBody>
                  <a:tcPr marL="0" marR="0" marB="0" marT="226695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  <a:solidFill>
                      <a:srgbClr val="D6DACD"/>
                    </a:solidFill>
                  </a:tcPr>
                </a:tc>
                <a:tc>
                  <a:txBody>
                    <a:bodyPr/>
                    <a:lstStyle/>
                    <a:p>
                      <a:pPr marL="676910">
                        <a:lnSpc>
                          <a:spcPts val="1810"/>
                        </a:lnSpc>
                      </a:pPr>
                      <a:r>
                        <a:rPr dirty="0" sz="2150" spc="-135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1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0">
                          <a:latin typeface="Trebuchet MS"/>
                          <a:cs typeface="Trebuchet MS"/>
                        </a:rPr>
                        <a:t>skills</a:t>
                      </a:r>
                      <a:r>
                        <a:rPr dirty="0" sz="215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65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2150" spc="-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95">
                          <a:latin typeface="Trebuchet MS"/>
                          <a:cs typeface="Trebuchet MS"/>
                        </a:rPr>
                        <a:t>required</a:t>
                      </a:r>
                      <a:r>
                        <a:rPr dirty="0" sz="21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0">
                          <a:latin typeface="Trebuchet MS"/>
                          <a:cs typeface="Trebuchet MS"/>
                        </a:rPr>
                        <a:t>job</a:t>
                      </a:r>
                      <a:r>
                        <a:rPr dirty="0" sz="21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0">
                          <a:latin typeface="Trebuchet MS"/>
                          <a:cs typeface="Trebuchet MS"/>
                        </a:rPr>
                        <a:t>skills</a:t>
                      </a:r>
                      <a:r>
                        <a:rPr dirty="0" sz="215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90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215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2150" spc="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searching</a:t>
                      </a:r>
                      <a:r>
                        <a:rPr dirty="0" sz="21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" b="1">
                          <a:latin typeface="Trebuchet MS"/>
                          <a:cs typeface="Trebuchet MS"/>
                        </a:rPr>
                        <a:t>technique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.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953135" indent="-2762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 startAt="4"/>
                        <a:tabLst>
                          <a:tab pos="953135" algn="l"/>
                        </a:tabLst>
                      </a:pPr>
                      <a:r>
                        <a:rPr dirty="0" sz="2150" b="1">
                          <a:latin typeface="Trebuchet MS"/>
                          <a:cs typeface="Trebuchet MS"/>
                        </a:rPr>
                        <a:t>Ranking</a:t>
                      </a:r>
                      <a:r>
                        <a:rPr dirty="0" sz="2150" spc="26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50" b="1">
                          <a:latin typeface="Trebuchet MS"/>
                          <a:cs typeface="Trebuchet MS"/>
                        </a:rPr>
                        <a:t>Module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676910" marR="209550">
                        <a:lnSpc>
                          <a:spcPct val="101899"/>
                        </a:lnSpc>
                        <a:spcBef>
                          <a:spcPts val="75"/>
                        </a:spcBef>
                      </a:pPr>
                      <a:r>
                        <a:rPr dirty="0" sz="2150" spc="-105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dirty="0" sz="21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215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14">
                          <a:latin typeface="Trebuchet MS"/>
                          <a:cs typeface="Trebuchet MS"/>
                        </a:rPr>
                        <a:t>receives</a:t>
                      </a:r>
                      <a:r>
                        <a:rPr dirty="0" sz="215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21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21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match</a:t>
                      </a:r>
                      <a:r>
                        <a:rPr dirty="0" sz="2150" spc="5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dirty="0" sz="2150" spc="-1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5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21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15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75">
                          <a:latin typeface="Trebuchet MS"/>
                          <a:cs typeface="Trebuchet MS"/>
                        </a:rPr>
                        <a:t>number</a:t>
                      </a:r>
                      <a:r>
                        <a:rPr dirty="0" sz="21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1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21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matching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skills.</a:t>
                      </a:r>
                      <a:r>
                        <a:rPr dirty="0" sz="2150" spc="-2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80">
                          <a:latin typeface="Trebuchet MS"/>
                          <a:cs typeface="Trebuchet MS"/>
                        </a:rPr>
                        <a:t>Candidates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1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21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95">
                          <a:latin typeface="Trebuchet MS"/>
                          <a:cs typeface="Trebuchet MS"/>
                        </a:rPr>
                        <a:t>then</a:t>
                      </a:r>
                      <a:r>
                        <a:rPr dirty="0" sz="2150" spc="11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sorted</a:t>
                      </a:r>
                      <a:r>
                        <a:rPr dirty="0" sz="2150" spc="-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2150" spc="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2150" spc="3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sorting</a:t>
                      </a:r>
                      <a:r>
                        <a:rPr dirty="0" sz="2150" spc="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45" b="1">
                          <a:latin typeface="Trebuchet MS"/>
                          <a:cs typeface="Trebuchet MS"/>
                        </a:rPr>
                        <a:t>algorithm</a:t>
                      </a:r>
                      <a:r>
                        <a:rPr dirty="0" sz="2150" spc="10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>
                          <a:latin typeface="Trebuchet MS"/>
                          <a:cs typeface="Trebuchet MS"/>
                        </a:rPr>
                        <a:t>so</a:t>
                      </a:r>
                      <a:r>
                        <a:rPr dirty="0" sz="2150" spc="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1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20">
                          <a:latin typeface="Trebuchet MS"/>
                          <a:cs typeface="Trebuchet MS"/>
                        </a:rPr>
                        <a:t>best </a:t>
                      </a:r>
                      <a:r>
                        <a:rPr dirty="0" sz="2150" spc="-125">
                          <a:latin typeface="Trebuchet MS"/>
                          <a:cs typeface="Trebuchet MS"/>
                        </a:rPr>
                        <a:t>candidates</a:t>
                      </a:r>
                      <a:r>
                        <a:rPr dirty="0" sz="21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0">
                          <a:latin typeface="Trebuchet MS"/>
                          <a:cs typeface="Trebuchet MS"/>
                        </a:rPr>
                        <a:t>appear</a:t>
                      </a:r>
                      <a:r>
                        <a:rPr dirty="0" sz="21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">
                          <a:latin typeface="Trebuchet MS"/>
                          <a:cs typeface="Trebuchet MS"/>
                        </a:rPr>
                        <a:t>first.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953135" indent="-276225">
                        <a:lnSpc>
                          <a:spcPct val="100000"/>
                        </a:lnSpc>
                        <a:spcBef>
                          <a:spcPts val="50"/>
                        </a:spcBef>
                        <a:buAutoNum type="arabicPeriod" startAt="5"/>
                        <a:tabLst>
                          <a:tab pos="953135" algn="l"/>
                        </a:tabLst>
                      </a:pPr>
                      <a:r>
                        <a:rPr dirty="0" sz="2150" b="1">
                          <a:latin typeface="Trebuchet MS"/>
                          <a:cs typeface="Trebuchet MS"/>
                        </a:rPr>
                        <a:t>Display</a:t>
                      </a:r>
                      <a:r>
                        <a:rPr dirty="0" sz="2150" spc="1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50" b="1">
                          <a:latin typeface="Trebuchet MS"/>
                          <a:cs typeface="Trebuchet MS"/>
                        </a:rPr>
                        <a:t>Module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676910" marR="774700">
                        <a:lnSpc>
                          <a:spcPts val="2700"/>
                        </a:lnSpc>
                        <a:spcBef>
                          <a:spcPts val="40"/>
                        </a:spcBef>
                      </a:pPr>
                      <a:r>
                        <a:rPr dirty="0" sz="21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1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90"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21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0">
                          <a:latin typeface="Trebuchet MS"/>
                          <a:cs typeface="Trebuchet MS"/>
                        </a:rPr>
                        <a:t>displays</a:t>
                      </a:r>
                      <a:r>
                        <a:rPr dirty="0" sz="215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8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1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shortlisted</a:t>
                      </a:r>
                      <a:r>
                        <a:rPr dirty="0" sz="2150" spc="3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candidates</a:t>
                      </a:r>
                      <a:r>
                        <a:rPr dirty="0" sz="21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2150" spc="-4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b="1">
                          <a:latin typeface="Trebuchet MS"/>
                          <a:cs typeface="Trebuchet MS"/>
                        </a:rPr>
                        <a:t>their</a:t>
                      </a:r>
                      <a:r>
                        <a:rPr dirty="0" sz="2150" spc="-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" b="1">
                          <a:latin typeface="Trebuchet MS"/>
                          <a:cs typeface="Trebuchet MS"/>
                        </a:rPr>
                        <a:t>match </a:t>
                      </a:r>
                      <a:r>
                        <a:rPr dirty="0" sz="2150" spc="-40" b="1">
                          <a:latin typeface="Trebuchet MS"/>
                          <a:cs typeface="Trebuchet MS"/>
                        </a:rPr>
                        <a:t>scores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dirty="0" sz="2150" spc="-229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0">
                          <a:latin typeface="Trebuchet MS"/>
                          <a:cs typeface="Trebuchet MS"/>
                        </a:rPr>
                        <a:t>helping</a:t>
                      </a:r>
                      <a:r>
                        <a:rPr dirty="0" sz="215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65">
                          <a:latin typeface="Trebuchet MS"/>
                          <a:cs typeface="Trebuchet MS"/>
                        </a:rPr>
                        <a:t>recruiters</a:t>
                      </a:r>
                      <a:r>
                        <a:rPr dirty="0" sz="215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10">
                          <a:latin typeface="Trebuchet MS"/>
                          <a:cs typeface="Trebuchet MS"/>
                        </a:rPr>
                        <a:t>quickly</a:t>
                      </a:r>
                      <a:r>
                        <a:rPr dirty="0" sz="215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35">
                          <a:latin typeface="Trebuchet MS"/>
                          <a:cs typeface="Trebuchet MS"/>
                        </a:rPr>
                        <a:t>identify</a:t>
                      </a:r>
                      <a:r>
                        <a:rPr dirty="0" sz="21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1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30">
                          <a:latin typeface="Trebuchet MS"/>
                          <a:cs typeface="Trebuchet MS"/>
                        </a:rPr>
                        <a:t>most</a:t>
                      </a:r>
                      <a:r>
                        <a:rPr dirty="0" sz="215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25">
                          <a:latin typeface="Trebuchet MS"/>
                          <a:cs typeface="Trebuchet MS"/>
                        </a:rPr>
                        <a:t>suitable</a:t>
                      </a:r>
                      <a:r>
                        <a:rPr dirty="0" sz="21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150" spc="-100">
                          <a:latin typeface="Trebuchet MS"/>
                          <a:cs typeface="Trebuchet MS"/>
                        </a:rPr>
                        <a:t>applicants.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algn="r" marR="1898014">
                        <a:lnSpc>
                          <a:spcPts val="1330"/>
                        </a:lnSpc>
                      </a:pPr>
                      <a:r>
                        <a:rPr dirty="0" sz="1800" spc="-5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1971655" cy="6858000"/>
            <a:chOff x="0" y="0"/>
            <a:chExt cx="11971655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6505575" cy="6858000"/>
            </a:xfrm>
            <a:custGeom>
              <a:avLst/>
              <a:gdLst/>
              <a:ahLst/>
              <a:cxnLst/>
              <a:rect l="l" t="t" r="r" b="b"/>
              <a:pathLst>
                <a:path w="6505575" h="6858000">
                  <a:moveTo>
                    <a:pt x="0" y="0"/>
                  </a:moveTo>
                  <a:lnTo>
                    <a:pt x="0" y="6857999"/>
                  </a:lnTo>
                  <a:lnTo>
                    <a:pt x="6505575" y="6857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2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52412" y="261937"/>
              <a:ext cx="11696700" cy="6362065"/>
            </a:xfrm>
            <a:custGeom>
              <a:avLst/>
              <a:gdLst/>
              <a:ahLst/>
              <a:cxnLst/>
              <a:rect l="l" t="t" r="r" b="b"/>
              <a:pathLst>
                <a:path w="11696700" h="6362065">
                  <a:moveTo>
                    <a:pt x="0" y="6343650"/>
                  </a:moveTo>
                  <a:lnTo>
                    <a:pt x="11696700" y="6343650"/>
                  </a:lnTo>
                  <a:lnTo>
                    <a:pt x="11696700" y="0"/>
                  </a:lnTo>
                  <a:lnTo>
                    <a:pt x="0" y="0"/>
                  </a:lnTo>
                  <a:lnTo>
                    <a:pt x="0" y="6343650"/>
                  </a:lnTo>
                  <a:close/>
                </a:path>
                <a:path w="11696700" h="6362065">
                  <a:moveTo>
                    <a:pt x="2276538" y="63"/>
                  </a:moveTo>
                  <a:lnTo>
                    <a:pt x="2276538" y="2799524"/>
                  </a:lnTo>
                </a:path>
                <a:path w="11696700" h="6362065">
                  <a:moveTo>
                    <a:pt x="2276538" y="3562413"/>
                  </a:moveTo>
                  <a:lnTo>
                    <a:pt x="2276538" y="6361912"/>
                  </a:lnTo>
                </a:path>
              </a:pathLst>
            </a:custGeom>
            <a:ln w="44450">
              <a:solidFill>
                <a:srgbClr val="495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075576" y="2093253"/>
            <a:ext cx="611505" cy="32378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4585"/>
              </a:lnSpc>
            </a:pPr>
            <a:r>
              <a:rPr dirty="0" sz="3950" spc="295" b="1">
                <a:solidFill>
                  <a:srgbClr val="495255"/>
                </a:solidFill>
                <a:latin typeface="Trebuchet MS"/>
                <a:cs typeface="Trebuchet MS"/>
              </a:rPr>
              <a:t>OBJECTIVES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38526" y="1148842"/>
            <a:ext cx="7660640" cy="413639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 spc="60" b="1">
                <a:solidFill>
                  <a:srgbClr val="252525"/>
                </a:solidFill>
                <a:latin typeface="Trebuchet MS"/>
                <a:cs typeface="Trebuchet MS"/>
              </a:rPr>
              <a:t>Main</a:t>
            </a:r>
            <a:r>
              <a:rPr dirty="0" sz="2400" spc="-2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Objectives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 spc="-12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2400" spc="-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automate the</a:t>
            </a:r>
            <a:r>
              <a:rPr dirty="0" sz="2400" spc="-7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resume</a:t>
            </a:r>
            <a:r>
              <a:rPr dirty="0" sz="2400" spc="1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shortlisting</a:t>
            </a:r>
            <a:r>
              <a:rPr dirty="0" sz="2400" spc="-5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process</a:t>
            </a:r>
            <a:r>
              <a:rPr dirty="0" sz="2400" spc="-1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 spc="-125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2400" spc="-1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30">
                <a:solidFill>
                  <a:srgbClr val="252525"/>
                </a:solidFill>
                <a:latin typeface="Trebuchet MS"/>
                <a:cs typeface="Trebuchet MS"/>
              </a:rPr>
              <a:t>reduce</a:t>
            </a:r>
            <a:r>
              <a:rPr dirty="0" sz="2400" spc="-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manual</a:t>
            </a:r>
            <a:r>
              <a:rPr dirty="0" sz="2400" spc="-13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25" b="1">
                <a:solidFill>
                  <a:srgbClr val="252525"/>
                </a:solidFill>
                <a:latin typeface="Trebuchet MS"/>
                <a:cs typeface="Trebuchet MS"/>
              </a:rPr>
              <a:t>effort</a:t>
            </a:r>
            <a:r>
              <a:rPr dirty="0" sz="2400" spc="-6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2400" spc="-4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recruitment</a:t>
            </a:r>
            <a:r>
              <a:rPr dirty="0" sz="2400" spc="-1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 spc="-125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2400" spc="-1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80">
                <a:solidFill>
                  <a:srgbClr val="252525"/>
                </a:solidFill>
                <a:latin typeface="Trebuchet MS"/>
                <a:cs typeface="Trebuchet MS"/>
              </a:rPr>
              <a:t>identify</a:t>
            </a:r>
            <a:r>
              <a:rPr dirty="0" sz="2400" spc="-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best</a:t>
            </a:r>
            <a:r>
              <a:rPr dirty="0" sz="2400" spc="-10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candidates</a:t>
            </a:r>
            <a:r>
              <a:rPr dirty="0" sz="2400" spc="-5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30" b="1">
                <a:solidFill>
                  <a:srgbClr val="252525"/>
                </a:solidFill>
                <a:latin typeface="Trebuchet MS"/>
                <a:cs typeface="Trebuchet MS"/>
              </a:rPr>
              <a:t>quickly</a:t>
            </a:r>
            <a:r>
              <a:rPr dirty="0" sz="2400" spc="-9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based</a:t>
            </a:r>
            <a:r>
              <a:rPr dirty="0" sz="2400" spc="-12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on</a:t>
            </a:r>
            <a:r>
              <a:rPr dirty="0" sz="2400" spc="-5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skills</a:t>
            </a:r>
            <a:r>
              <a:rPr dirty="0" sz="2400" spc="-1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 spc="-45" b="1">
                <a:solidFill>
                  <a:srgbClr val="252525"/>
                </a:solidFill>
                <a:latin typeface="Trebuchet MS"/>
                <a:cs typeface="Trebuchet MS"/>
              </a:rPr>
              <a:t>Technical</a:t>
            </a:r>
            <a:r>
              <a:rPr dirty="0" sz="2400" spc="-114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Objectives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5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 spc="-155">
                <a:solidFill>
                  <a:srgbClr val="252525"/>
                </a:solidFill>
                <a:latin typeface="Trebuchet MS"/>
                <a:cs typeface="Trebuchet MS"/>
              </a:rPr>
              <a:t>Implement</a:t>
            </a:r>
            <a:r>
              <a:rPr dirty="0" sz="2400" spc="-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252525"/>
                </a:solidFill>
                <a:latin typeface="Trebuchet MS"/>
                <a:cs typeface="Trebuchet MS"/>
              </a:rPr>
              <a:t>Data</a:t>
            </a:r>
            <a:r>
              <a:rPr dirty="0" sz="2400" spc="-3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Structures</a:t>
            </a:r>
            <a:r>
              <a:rPr dirty="0" sz="2400" spc="-8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55" b="1">
                <a:solidFill>
                  <a:srgbClr val="252525"/>
                </a:solidFill>
                <a:latin typeface="Trebuchet MS"/>
                <a:cs typeface="Trebuchet MS"/>
              </a:rPr>
              <a:t>real-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world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20" b="1">
                <a:solidFill>
                  <a:srgbClr val="252525"/>
                </a:solidFill>
                <a:latin typeface="Trebuchet MS"/>
                <a:cs typeface="Trebuchet MS"/>
              </a:rPr>
              <a:t>applications</a:t>
            </a:r>
            <a:r>
              <a:rPr dirty="0" sz="2400" spc="-2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252525"/>
                </a:solidFill>
                <a:latin typeface="Trebuchet MS"/>
                <a:cs typeface="Trebuchet MS"/>
              </a:rPr>
              <a:t>Use</a:t>
            </a:r>
            <a:r>
              <a:rPr dirty="0" sz="2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60" b="1">
                <a:solidFill>
                  <a:srgbClr val="252525"/>
                </a:solidFill>
                <a:latin typeface="Trebuchet MS"/>
                <a:cs typeface="Trebuchet MS"/>
              </a:rPr>
              <a:t>arrays,</a:t>
            </a:r>
            <a:r>
              <a:rPr dirty="0" sz="2400" spc="-33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30" b="1">
                <a:solidFill>
                  <a:srgbClr val="252525"/>
                </a:solidFill>
                <a:latin typeface="Trebuchet MS"/>
                <a:cs typeface="Trebuchet MS"/>
              </a:rPr>
              <a:t>linked</a:t>
            </a:r>
            <a:r>
              <a:rPr dirty="0" sz="2400" spc="-13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70" b="1">
                <a:solidFill>
                  <a:srgbClr val="252525"/>
                </a:solidFill>
                <a:latin typeface="Trebuchet MS"/>
                <a:cs typeface="Trebuchet MS"/>
              </a:rPr>
              <a:t>lists,</a:t>
            </a:r>
            <a:r>
              <a:rPr dirty="0" sz="2400" spc="-33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70" b="1">
                <a:solidFill>
                  <a:srgbClr val="252525"/>
                </a:solidFill>
                <a:latin typeface="Trebuchet MS"/>
                <a:cs typeface="Trebuchet MS"/>
              </a:rPr>
              <a:t>queues,</a:t>
            </a:r>
            <a:r>
              <a:rPr dirty="0" sz="2400" spc="-26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2400" spc="-6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hash</a:t>
            </a:r>
            <a:r>
              <a:rPr dirty="0" sz="2400" spc="-6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maps</a:t>
            </a:r>
            <a:r>
              <a:rPr dirty="0" sz="2400" spc="-1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 spc="-85">
                <a:solidFill>
                  <a:srgbClr val="252525"/>
                </a:solidFill>
                <a:latin typeface="Trebuchet MS"/>
                <a:cs typeface="Trebuchet MS"/>
              </a:rPr>
              <a:t>Apply</a:t>
            </a:r>
            <a:r>
              <a:rPr dirty="0" sz="2400" spc="-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searching</a:t>
            </a:r>
            <a:r>
              <a:rPr dirty="0" sz="2400" spc="-5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2400" spc="-8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sorting</a:t>
            </a:r>
            <a:r>
              <a:rPr dirty="0" sz="2400" spc="-5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algorithms</a:t>
            </a:r>
            <a:r>
              <a:rPr dirty="0" sz="2400" spc="-1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400" spc="-114">
                <a:solidFill>
                  <a:srgbClr val="252525"/>
                </a:solidFill>
                <a:latin typeface="Trebuchet MS"/>
                <a:cs typeface="Trebuchet MS"/>
              </a:rPr>
              <a:t>Improve</a:t>
            </a:r>
            <a:r>
              <a:rPr dirty="0" sz="2400" spc="-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70" b="1">
                <a:solidFill>
                  <a:srgbClr val="252525"/>
                </a:solidFill>
                <a:latin typeface="Trebuchet MS"/>
                <a:cs typeface="Trebuchet MS"/>
              </a:rPr>
              <a:t>efficiency</a:t>
            </a:r>
            <a:r>
              <a:rPr dirty="0" sz="2400" spc="-11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35" b="1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2400" spc="-145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252525"/>
                </a:solidFill>
                <a:latin typeface="Trebuchet MS"/>
                <a:cs typeface="Trebuchet MS"/>
              </a:rPr>
              <a:t>candidate</a:t>
            </a:r>
            <a:r>
              <a:rPr dirty="0" sz="2400" spc="-110" b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252525"/>
                </a:solidFill>
                <a:latin typeface="Trebuchet MS"/>
                <a:cs typeface="Trebuchet MS"/>
              </a:rPr>
              <a:t>filtering</a:t>
            </a:r>
            <a:r>
              <a:rPr dirty="0" sz="2400" spc="-1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76680" y="6388734"/>
            <a:ext cx="10909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latin typeface="Trebuchet MS"/>
                <a:cs typeface="Trebuchet MS"/>
              </a:rPr>
              <a:t>11-</a:t>
            </a:r>
            <a:r>
              <a:rPr dirty="0" sz="1800" spc="-80">
                <a:latin typeface="Trebuchet MS"/>
                <a:cs typeface="Trebuchet MS"/>
              </a:rPr>
              <a:t>03-</a:t>
            </a:r>
            <a:r>
              <a:rPr dirty="0" sz="1800" spc="-25">
                <a:latin typeface="Trebuchet MS"/>
                <a:cs typeface="Trebuchet MS"/>
              </a:rPr>
              <a:t>2026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08854" y="6388734"/>
            <a:ext cx="10572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rebuchet MS"/>
                <a:cs typeface="Trebuchet MS"/>
              </a:rPr>
              <a:t>173030211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37381" y="6388734"/>
            <a:ext cx="19405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latin typeface="Trebuchet MS"/>
                <a:cs typeface="Trebuchet MS"/>
              </a:rPr>
              <a:t>Department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 spc="-110">
                <a:latin typeface="Trebuchet MS"/>
                <a:cs typeface="Trebuchet MS"/>
              </a:rPr>
              <a:t>of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CSIT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134345" y="6388417"/>
            <a:ext cx="1517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495255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3638550" cy="6858000"/>
          </a:xfrm>
          <a:custGeom>
            <a:avLst/>
            <a:gdLst/>
            <a:ahLst/>
            <a:cxnLst/>
            <a:rect l="l" t="t" r="r" b="b"/>
            <a:pathLst>
              <a:path w="3638550" h="6858000">
                <a:moveTo>
                  <a:pt x="607645" y="0"/>
                </a:moveTo>
                <a:lnTo>
                  <a:pt x="0" y="0"/>
                </a:lnTo>
                <a:lnTo>
                  <a:pt x="0" y="6858000"/>
                </a:lnTo>
                <a:lnTo>
                  <a:pt x="841171" y="6858000"/>
                </a:lnTo>
                <a:lnTo>
                  <a:pt x="866916" y="6852870"/>
                </a:lnTo>
                <a:lnTo>
                  <a:pt x="912447" y="6843158"/>
                </a:lnTo>
                <a:lnTo>
                  <a:pt x="957755" y="6832855"/>
                </a:lnTo>
                <a:lnTo>
                  <a:pt x="1002838" y="6821964"/>
                </a:lnTo>
                <a:lnTo>
                  <a:pt x="1047689" y="6810490"/>
                </a:lnTo>
                <a:lnTo>
                  <a:pt x="1092306" y="6798438"/>
                </a:lnTo>
                <a:lnTo>
                  <a:pt x="1136684" y="6785811"/>
                </a:lnTo>
                <a:lnTo>
                  <a:pt x="1180818" y="6772614"/>
                </a:lnTo>
                <a:lnTo>
                  <a:pt x="1224705" y="6758851"/>
                </a:lnTo>
                <a:lnTo>
                  <a:pt x="1268340" y="6744525"/>
                </a:lnTo>
                <a:lnTo>
                  <a:pt x="1311719" y="6729643"/>
                </a:lnTo>
                <a:lnTo>
                  <a:pt x="1354837" y="6714207"/>
                </a:lnTo>
                <a:lnTo>
                  <a:pt x="1397691" y="6698222"/>
                </a:lnTo>
                <a:lnTo>
                  <a:pt x="1440276" y="6681692"/>
                </a:lnTo>
                <a:lnTo>
                  <a:pt x="1482587" y="6664622"/>
                </a:lnTo>
                <a:lnTo>
                  <a:pt x="1524622" y="6647015"/>
                </a:lnTo>
                <a:lnTo>
                  <a:pt x="1566374" y="6628876"/>
                </a:lnTo>
                <a:lnTo>
                  <a:pt x="1607841" y="6610210"/>
                </a:lnTo>
                <a:lnTo>
                  <a:pt x="1649018" y="6591019"/>
                </a:lnTo>
                <a:lnTo>
                  <a:pt x="1689900" y="6571310"/>
                </a:lnTo>
                <a:lnTo>
                  <a:pt x="1730484" y="6551085"/>
                </a:lnTo>
                <a:lnTo>
                  <a:pt x="1770765" y="6530350"/>
                </a:lnTo>
                <a:lnTo>
                  <a:pt x="1810738" y="6509108"/>
                </a:lnTo>
                <a:lnTo>
                  <a:pt x="1850401" y="6487363"/>
                </a:lnTo>
                <a:lnTo>
                  <a:pt x="1889747" y="6465121"/>
                </a:lnTo>
                <a:lnTo>
                  <a:pt x="1928774" y="6442385"/>
                </a:lnTo>
                <a:lnTo>
                  <a:pt x="1967477" y="6419159"/>
                </a:lnTo>
                <a:lnTo>
                  <a:pt x="2005851" y="6395448"/>
                </a:lnTo>
                <a:lnTo>
                  <a:pt x="2043893" y="6371255"/>
                </a:lnTo>
                <a:lnTo>
                  <a:pt x="2081598" y="6346586"/>
                </a:lnTo>
                <a:lnTo>
                  <a:pt x="2118962" y="6321444"/>
                </a:lnTo>
                <a:lnTo>
                  <a:pt x="2155980" y="6295834"/>
                </a:lnTo>
                <a:lnTo>
                  <a:pt x="2192649" y="6269760"/>
                </a:lnTo>
                <a:lnTo>
                  <a:pt x="2228964" y="6243226"/>
                </a:lnTo>
                <a:lnTo>
                  <a:pt x="2264920" y="6216236"/>
                </a:lnTo>
                <a:lnTo>
                  <a:pt x="2300515" y="6188795"/>
                </a:lnTo>
                <a:lnTo>
                  <a:pt x="2335742" y="6160906"/>
                </a:lnTo>
                <a:lnTo>
                  <a:pt x="2370599" y="6132575"/>
                </a:lnTo>
                <a:lnTo>
                  <a:pt x="2405081" y="6103806"/>
                </a:lnTo>
                <a:lnTo>
                  <a:pt x="2439184" y="6074601"/>
                </a:lnTo>
                <a:lnTo>
                  <a:pt x="2472902" y="6044967"/>
                </a:lnTo>
                <a:lnTo>
                  <a:pt x="2506233" y="6014907"/>
                </a:lnTo>
                <a:lnTo>
                  <a:pt x="2539172" y="5984425"/>
                </a:lnTo>
                <a:lnTo>
                  <a:pt x="2571715" y="5953526"/>
                </a:lnTo>
                <a:lnTo>
                  <a:pt x="2603857" y="5922214"/>
                </a:lnTo>
                <a:lnTo>
                  <a:pt x="2635594" y="5890492"/>
                </a:lnTo>
                <a:lnTo>
                  <a:pt x="2666922" y="5858366"/>
                </a:lnTo>
                <a:lnTo>
                  <a:pt x="2697836" y="5825840"/>
                </a:lnTo>
                <a:lnTo>
                  <a:pt x="2728333" y="5792918"/>
                </a:lnTo>
                <a:lnTo>
                  <a:pt x="2758408" y="5759603"/>
                </a:lnTo>
                <a:lnTo>
                  <a:pt x="2788057" y="5725901"/>
                </a:lnTo>
                <a:lnTo>
                  <a:pt x="2817276" y="5691816"/>
                </a:lnTo>
                <a:lnTo>
                  <a:pt x="2846060" y="5657351"/>
                </a:lnTo>
                <a:lnTo>
                  <a:pt x="2874405" y="5622512"/>
                </a:lnTo>
                <a:lnTo>
                  <a:pt x="2902307" y="5587301"/>
                </a:lnTo>
                <a:lnTo>
                  <a:pt x="2929762" y="5551725"/>
                </a:lnTo>
                <a:lnTo>
                  <a:pt x="2956765" y="5515786"/>
                </a:lnTo>
                <a:lnTo>
                  <a:pt x="2983313" y="5479489"/>
                </a:lnTo>
                <a:lnTo>
                  <a:pt x="3009400" y="5442839"/>
                </a:lnTo>
                <a:lnTo>
                  <a:pt x="3035023" y="5405839"/>
                </a:lnTo>
                <a:lnTo>
                  <a:pt x="3060177" y="5368494"/>
                </a:lnTo>
                <a:lnTo>
                  <a:pt x="3084858" y="5330808"/>
                </a:lnTo>
                <a:lnTo>
                  <a:pt x="3109063" y="5292785"/>
                </a:lnTo>
                <a:lnTo>
                  <a:pt x="3132786" y="5254430"/>
                </a:lnTo>
                <a:lnTo>
                  <a:pt x="3156023" y="5215747"/>
                </a:lnTo>
                <a:lnTo>
                  <a:pt x="3178771" y="5176739"/>
                </a:lnTo>
                <a:lnTo>
                  <a:pt x="3201024" y="5137412"/>
                </a:lnTo>
                <a:lnTo>
                  <a:pt x="3222779" y="5097770"/>
                </a:lnTo>
                <a:lnTo>
                  <a:pt x="3244032" y="5057816"/>
                </a:lnTo>
                <a:lnTo>
                  <a:pt x="3264777" y="5017556"/>
                </a:lnTo>
                <a:lnTo>
                  <a:pt x="3285012" y="4976992"/>
                </a:lnTo>
                <a:lnTo>
                  <a:pt x="3304731" y="4936130"/>
                </a:lnTo>
                <a:lnTo>
                  <a:pt x="3323931" y="4894974"/>
                </a:lnTo>
                <a:lnTo>
                  <a:pt x="3342607" y="4853528"/>
                </a:lnTo>
                <a:lnTo>
                  <a:pt x="3360754" y="4811797"/>
                </a:lnTo>
                <a:lnTo>
                  <a:pt x="3378370" y="4769784"/>
                </a:lnTo>
                <a:lnTo>
                  <a:pt x="3395449" y="4727493"/>
                </a:lnTo>
                <a:lnTo>
                  <a:pt x="3411987" y="4684930"/>
                </a:lnTo>
                <a:lnTo>
                  <a:pt x="3427980" y="4642098"/>
                </a:lnTo>
                <a:lnTo>
                  <a:pt x="3443423" y="4599001"/>
                </a:lnTo>
                <a:lnTo>
                  <a:pt x="3458313" y="4555644"/>
                </a:lnTo>
                <a:lnTo>
                  <a:pt x="3472645" y="4512031"/>
                </a:lnTo>
                <a:lnTo>
                  <a:pt x="3486415" y="4468166"/>
                </a:lnTo>
                <a:lnTo>
                  <a:pt x="3499619" y="4424054"/>
                </a:lnTo>
                <a:lnTo>
                  <a:pt x="3512252" y="4379699"/>
                </a:lnTo>
                <a:lnTo>
                  <a:pt x="3524310" y="4335105"/>
                </a:lnTo>
                <a:lnTo>
                  <a:pt x="3535790" y="4290275"/>
                </a:lnTo>
                <a:lnTo>
                  <a:pt x="3546686" y="4245216"/>
                </a:lnTo>
                <a:lnTo>
                  <a:pt x="3556994" y="4199930"/>
                </a:lnTo>
                <a:lnTo>
                  <a:pt x="3566711" y="4154422"/>
                </a:lnTo>
                <a:lnTo>
                  <a:pt x="3575831" y="4108696"/>
                </a:lnTo>
                <a:lnTo>
                  <a:pt x="3584351" y="4062757"/>
                </a:lnTo>
                <a:lnTo>
                  <a:pt x="3592267" y="4016609"/>
                </a:lnTo>
                <a:lnTo>
                  <a:pt x="3599573" y="3970255"/>
                </a:lnTo>
                <a:lnTo>
                  <a:pt x="3606267" y="3923701"/>
                </a:lnTo>
                <a:lnTo>
                  <a:pt x="3612343" y="3876950"/>
                </a:lnTo>
                <a:lnTo>
                  <a:pt x="3617798" y="3830007"/>
                </a:lnTo>
                <a:lnTo>
                  <a:pt x="3622627" y="3782876"/>
                </a:lnTo>
                <a:lnTo>
                  <a:pt x="3626826" y="3735561"/>
                </a:lnTo>
                <a:lnTo>
                  <a:pt x="3630390" y="3688066"/>
                </a:lnTo>
                <a:lnTo>
                  <a:pt x="3633316" y="3640397"/>
                </a:lnTo>
                <a:lnTo>
                  <a:pt x="3635599" y="3592556"/>
                </a:lnTo>
                <a:lnTo>
                  <a:pt x="3637236" y="3544548"/>
                </a:lnTo>
                <a:lnTo>
                  <a:pt x="3638220" y="3496378"/>
                </a:lnTo>
                <a:lnTo>
                  <a:pt x="3638550" y="3448050"/>
                </a:lnTo>
                <a:lnTo>
                  <a:pt x="3638220" y="3399721"/>
                </a:lnTo>
                <a:lnTo>
                  <a:pt x="3637236" y="3351551"/>
                </a:lnTo>
                <a:lnTo>
                  <a:pt x="3635599" y="3303543"/>
                </a:lnTo>
                <a:lnTo>
                  <a:pt x="3633316" y="3255702"/>
                </a:lnTo>
                <a:lnTo>
                  <a:pt x="3630390" y="3208033"/>
                </a:lnTo>
                <a:lnTo>
                  <a:pt x="3626826" y="3160538"/>
                </a:lnTo>
                <a:lnTo>
                  <a:pt x="3622627" y="3113223"/>
                </a:lnTo>
                <a:lnTo>
                  <a:pt x="3617798" y="3066092"/>
                </a:lnTo>
                <a:lnTo>
                  <a:pt x="3612343" y="3019149"/>
                </a:lnTo>
                <a:lnTo>
                  <a:pt x="3606267" y="2972398"/>
                </a:lnTo>
                <a:lnTo>
                  <a:pt x="3599573" y="2925844"/>
                </a:lnTo>
                <a:lnTo>
                  <a:pt x="3592267" y="2879490"/>
                </a:lnTo>
                <a:lnTo>
                  <a:pt x="3584351" y="2833342"/>
                </a:lnTo>
                <a:lnTo>
                  <a:pt x="3575831" y="2787403"/>
                </a:lnTo>
                <a:lnTo>
                  <a:pt x="3566711" y="2741677"/>
                </a:lnTo>
                <a:lnTo>
                  <a:pt x="3556994" y="2696169"/>
                </a:lnTo>
                <a:lnTo>
                  <a:pt x="3546686" y="2650883"/>
                </a:lnTo>
                <a:lnTo>
                  <a:pt x="3535790" y="2605823"/>
                </a:lnTo>
                <a:lnTo>
                  <a:pt x="3524310" y="2560994"/>
                </a:lnTo>
                <a:lnTo>
                  <a:pt x="3512252" y="2516400"/>
                </a:lnTo>
                <a:lnTo>
                  <a:pt x="3499619" y="2472045"/>
                </a:lnTo>
                <a:lnTo>
                  <a:pt x="3486415" y="2427932"/>
                </a:lnTo>
                <a:lnTo>
                  <a:pt x="3472645" y="2384068"/>
                </a:lnTo>
                <a:lnTo>
                  <a:pt x="3458313" y="2340455"/>
                </a:lnTo>
                <a:lnTo>
                  <a:pt x="3443423" y="2297098"/>
                </a:lnTo>
                <a:lnTo>
                  <a:pt x="3427980" y="2254001"/>
                </a:lnTo>
                <a:lnTo>
                  <a:pt x="3411987" y="2211169"/>
                </a:lnTo>
                <a:lnTo>
                  <a:pt x="3395449" y="2168606"/>
                </a:lnTo>
                <a:lnTo>
                  <a:pt x="3378370" y="2126315"/>
                </a:lnTo>
                <a:lnTo>
                  <a:pt x="3360754" y="2084302"/>
                </a:lnTo>
                <a:lnTo>
                  <a:pt x="3342607" y="2042570"/>
                </a:lnTo>
                <a:lnTo>
                  <a:pt x="3323931" y="2001124"/>
                </a:lnTo>
                <a:lnTo>
                  <a:pt x="3304731" y="1959968"/>
                </a:lnTo>
                <a:lnTo>
                  <a:pt x="3285012" y="1919106"/>
                </a:lnTo>
                <a:lnTo>
                  <a:pt x="3264777" y="1878543"/>
                </a:lnTo>
                <a:lnTo>
                  <a:pt x="3244032" y="1838283"/>
                </a:lnTo>
                <a:lnTo>
                  <a:pt x="3222779" y="1798329"/>
                </a:lnTo>
                <a:lnTo>
                  <a:pt x="3201024" y="1758686"/>
                </a:lnTo>
                <a:lnTo>
                  <a:pt x="3178771" y="1719359"/>
                </a:lnTo>
                <a:lnTo>
                  <a:pt x="3156023" y="1680352"/>
                </a:lnTo>
                <a:lnTo>
                  <a:pt x="3132786" y="1641669"/>
                </a:lnTo>
                <a:lnTo>
                  <a:pt x="3109063" y="1603314"/>
                </a:lnTo>
                <a:lnTo>
                  <a:pt x="3084858" y="1565291"/>
                </a:lnTo>
                <a:lnTo>
                  <a:pt x="3060177" y="1527605"/>
                </a:lnTo>
                <a:lnTo>
                  <a:pt x="3035023" y="1490260"/>
                </a:lnTo>
                <a:lnTo>
                  <a:pt x="3009400" y="1453260"/>
                </a:lnTo>
                <a:lnTo>
                  <a:pt x="2983313" y="1416609"/>
                </a:lnTo>
                <a:lnTo>
                  <a:pt x="2956765" y="1380313"/>
                </a:lnTo>
                <a:lnTo>
                  <a:pt x="2929762" y="1344374"/>
                </a:lnTo>
                <a:lnTo>
                  <a:pt x="2902307" y="1308797"/>
                </a:lnTo>
                <a:lnTo>
                  <a:pt x="2874405" y="1273587"/>
                </a:lnTo>
                <a:lnTo>
                  <a:pt x="2846060" y="1238747"/>
                </a:lnTo>
                <a:lnTo>
                  <a:pt x="2817276" y="1204283"/>
                </a:lnTo>
                <a:lnTo>
                  <a:pt x="2788057" y="1170197"/>
                </a:lnTo>
                <a:lnTo>
                  <a:pt x="2758408" y="1136495"/>
                </a:lnTo>
                <a:lnTo>
                  <a:pt x="2728333" y="1103181"/>
                </a:lnTo>
                <a:lnTo>
                  <a:pt x="2697836" y="1070258"/>
                </a:lnTo>
                <a:lnTo>
                  <a:pt x="2666922" y="1037732"/>
                </a:lnTo>
                <a:lnTo>
                  <a:pt x="2635594" y="1005606"/>
                </a:lnTo>
                <a:lnTo>
                  <a:pt x="2603857" y="973885"/>
                </a:lnTo>
                <a:lnTo>
                  <a:pt x="2571715" y="942572"/>
                </a:lnTo>
                <a:lnTo>
                  <a:pt x="2539172" y="911673"/>
                </a:lnTo>
                <a:lnTo>
                  <a:pt x="2506233" y="881191"/>
                </a:lnTo>
                <a:lnTo>
                  <a:pt x="2472902" y="851131"/>
                </a:lnTo>
                <a:lnTo>
                  <a:pt x="2439184" y="821497"/>
                </a:lnTo>
                <a:lnTo>
                  <a:pt x="2405081" y="792293"/>
                </a:lnTo>
                <a:lnTo>
                  <a:pt x="2370599" y="763523"/>
                </a:lnTo>
                <a:lnTo>
                  <a:pt x="2335742" y="735192"/>
                </a:lnTo>
                <a:lnTo>
                  <a:pt x="2300515" y="707303"/>
                </a:lnTo>
                <a:lnTo>
                  <a:pt x="2264920" y="679862"/>
                </a:lnTo>
                <a:lnTo>
                  <a:pt x="2228964" y="652873"/>
                </a:lnTo>
                <a:lnTo>
                  <a:pt x="2192649" y="626338"/>
                </a:lnTo>
                <a:lnTo>
                  <a:pt x="2155980" y="600264"/>
                </a:lnTo>
                <a:lnTo>
                  <a:pt x="2118962" y="574654"/>
                </a:lnTo>
                <a:lnTo>
                  <a:pt x="2081598" y="549512"/>
                </a:lnTo>
                <a:lnTo>
                  <a:pt x="2043893" y="524843"/>
                </a:lnTo>
                <a:lnTo>
                  <a:pt x="2005851" y="500650"/>
                </a:lnTo>
                <a:lnTo>
                  <a:pt x="1967477" y="476939"/>
                </a:lnTo>
                <a:lnTo>
                  <a:pt x="1928774" y="453713"/>
                </a:lnTo>
                <a:lnTo>
                  <a:pt x="1889747" y="430977"/>
                </a:lnTo>
                <a:lnTo>
                  <a:pt x="1850401" y="408735"/>
                </a:lnTo>
                <a:lnTo>
                  <a:pt x="1810738" y="386990"/>
                </a:lnTo>
                <a:lnTo>
                  <a:pt x="1770765" y="365748"/>
                </a:lnTo>
                <a:lnTo>
                  <a:pt x="1730484" y="345013"/>
                </a:lnTo>
                <a:lnTo>
                  <a:pt x="1689900" y="324788"/>
                </a:lnTo>
                <a:lnTo>
                  <a:pt x="1649018" y="305079"/>
                </a:lnTo>
                <a:lnTo>
                  <a:pt x="1607841" y="285888"/>
                </a:lnTo>
                <a:lnTo>
                  <a:pt x="1566374" y="267222"/>
                </a:lnTo>
                <a:lnTo>
                  <a:pt x="1524622" y="249083"/>
                </a:lnTo>
                <a:lnTo>
                  <a:pt x="1482587" y="231476"/>
                </a:lnTo>
                <a:lnTo>
                  <a:pt x="1440276" y="214406"/>
                </a:lnTo>
                <a:lnTo>
                  <a:pt x="1397691" y="197876"/>
                </a:lnTo>
                <a:lnTo>
                  <a:pt x="1354837" y="181891"/>
                </a:lnTo>
                <a:lnTo>
                  <a:pt x="1311719" y="166455"/>
                </a:lnTo>
                <a:lnTo>
                  <a:pt x="1268340" y="151572"/>
                </a:lnTo>
                <a:lnTo>
                  <a:pt x="1224705" y="137247"/>
                </a:lnTo>
                <a:lnTo>
                  <a:pt x="1180818" y="123484"/>
                </a:lnTo>
                <a:lnTo>
                  <a:pt x="1136684" y="110287"/>
                </a:lnTo>
                <a:lnTo>
                  <a:pt x="1092306" y="97660"/>
                </a:lnTo>
                <a:lnTo>
                  <a:pt x="1047689" y="85607"/>
                </a:lnTo>
                <a:lnTo>
                  <a:pt x="1002838" y="74134"/>
                </a:lnTo>
                <a:lnTo>
                  <a:pt x="957755" y="63243"/>
                </a:lnTo>
                <a:lnTo>
                  <a:pt x="912447" y="52940"/>
                </a:lnTo>
                <a:lnTo>
                  <a:pt x="866916" y="43228"/>
                </a:lnTo>
                <a:lnTo>
                  <a:pt x="821167" y="34112"/>
                </a:lnTo>
                <a:lnTo>
                  <a:pt x="775204" y="25596"/>
                </a:lnTo>
                <a:lnTo>
                  <a:pt x="729032" y="17685"/>
                </a:lnTo>
                <a:lnTo>
                  <a:pt x="682655" y="10382"/>
                </a:lnTo>
                <a:lnTo>
                  <a:pt x="636078" y="3691"/>
                </a:lnTo>
                <a:lnTo>
                  <a:pt x="607645" y="0"/>
                </a:lnTo>
                <a:close/>
              </a:path>
            </a:pathLst>
          </a:custGeom>
          <a:solidFill>
            <a:srgbClr val="F5DFD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230187" y="239712"/>
          <a:ext cx="11927205" cy="63411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6330"/>
                <a:gridCol w="1583054"/>
                <a:gridCol w="3027045"/>
                <a:gridCol w="4810759"/>
              </a:tblGrid>
              <a:tr h="1021715">
                <a:tc rowSpan="3"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marR="379730" indent="3810">
                        <a:lnSpc>
                          <a:spcPts val="4280"/>
                        </a:lnSpc>
                      </a:pPr>
                      <a:r>
                        <a:rPr dirty="0" sz="3950" spc="515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NMENTS</a:t>
                      </a:r>
                      <a:r>
                        <a:rPr dirty="0" sz="3950" spc="1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3950" spc="-85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- </a:t>
                      </a:r>
                      <a:r>
                        <a:rPr dirty="0" sz="3950" spc="55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endParaRPr sz="3950">
                        <a:latin typeface="Trebuchet MS"/>
                        <a:cs typeface="Trebuchet MS"/>
                      </a:endParaRPr>
                    </a:p>
                  </a:txBody>
                  <a:tcPr marL="0" marR="0" marB="0" marT="19050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000">
                        <a:lnSpc>
                          <a:spcPct val="100000"/>
                        </a:lnSpc>
                      </a:pPr>
                      <a:r>
                        <a:rPr dirty="0" sz="1800" spc="200">
                          <a:latin typeface="Trebuchet MS"/>
                          <a:cs typeface="Trebuchet MS"/>
                        </a:rPr>
                        <a:t>CO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22250">
                    <a:lnL w="57150">
                      <a:solidFill>
                        <a:srgbClr val="495255"/>
                      </a:solidFill>
                      <a:prstDash val="solid"/>
                    </a:lnL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1694">
                        <a:lnSpc>
                          <a:spcPct val="100000"/>
                        </a:lnSpc>
                      </a:pPr>
                      <a:r>
                        <a:rPr dirty="0" sz="1800" spc="-114">
                          <a:latin typeface="Trebuchet MS"/>
                          <a:cs typeface="Trebuchet MS"/>
                        </a:rPr>
                        <a:t>Topic</a:t>
                      </a:r>
                      <a:r>
                        <a:rPr dirty="0" sz="18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Used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22250"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821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Where</a:t>
                      </a:r>
                      <a:r>
                        <a:rPr dirty="0" sz="180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Used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22250"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</a:tr>
              <a:tr h="7423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0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1885"/>
                        </a:spcBef>
                      </a:pPr>
                      <a:r>
                        <a:rPr dirty="0" sz="1800" spc="110">
                          <a:latin typeface="Trebuchet MS"/>
                          <a:cs typeface="Trebuchet MS"/>
                        </a:rPr>
                        <a:t>CO1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39395">
                    <a:lnL w="57150">
                      <a:solidFill>
                        <a:srgbClr val="49525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61694">
                        <a:lnSpc>
                          <a:spcPct val="100000"/>
                        </a:lnSpc>
                        <a:spcBef>
                          <a:spcPts val="1885"/>
                        </a:spcBef>
                      </a:pPr>
                      <a:r>
                        <a:rPr dirty="0" sz="1800" spc="-100">
                          <a:latin typeface="Trebuchet MS"/>
                          <a:cs typeface="Trebuchet MS"/>
                        </a:rPr>
                        <a:t>Linear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Search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39395"/>
                </a:tc>
                <a:tc>
                  <a:txBody>
                    <a:bodyPr/>
                    <a:lstStyle/>
                    <a:p>
                      <a:pPr marL="918210">
                        <a:lnSpc>
                          <a:spcPct val="100000"/>
                        </a:lnSpc>
                        <a:spcBef>
                          <a:spcPts val="1885"/>
                        </a:spcBef>
                      </a:pPr>
                      <a:r>
                        <a:rPr dirty="0" sz="1800" spc="-100">
                          <a:latin typeface="Trebuchet MS"/>
                          <a:cs typeface="Trebuchet MS"/>
                        </a:rPr>
                        <a:t>Skill</a:t>
                      </a:r>
                      <a:r>
                        <a:rPr dirty="0" sz="18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matching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39395">
                    <a:lnR w="57150">
                      <a:solidFill>
                        <a:srgbClr val="495255"/>
                      </a:solidFill>
                      <a:prstDash val="solid"/>
                    </a:lnR>
                  </a:tcPr>
                </a:tc>
              </a:tr>
              <a:tr h="10344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0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dirty="0" sz="1800" spc="110">
                          <a:latin typeface="Trebuchet MS"/>
                          <a:cs typeface="Trebuchet MS"/>
                        </a:rPr>
                        <a:t>CO1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05740">
                    <a:lnL w="57150">
                      <a:solidFill>
                        <a:srgbClr val="49525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61694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dirty="0" sz="1800" spc="-100">
                          <a:latin typeface="Trebuchet MS"/>
                          <a:cs typeface="Trebuchet MS"/>
                        </a:rPr>
                        <a:t>Bubble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 Sort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05740"/>
                </a:tc>
                <a:tc>
                  <a:txBody>
                    <a:bodyPr/>
                    <a:lstStyle/>
                    <a:p>
                      <a:pPr marL="918210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dirty="0" sz="1800" spc="-100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18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ranking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05740">
                    <a:lnR w="57150">
                      <a:solidFill>
                        <a:srgbClr val="495255"/>
                      </a:solidFill>
                      <a:prstDash val="solid"/>
                    </a:lnR>
                  </a:tcPr>
                </a:tc>
              </a:tr>
              <a:tr h="762635">
                <a:tc>
                  <a:txBody>
                    <a:bodyPr/>
                    <a:lstStyle/>
                    <a:p>
                      <a:pPr marL="106045" marR="103505">
                        <a:lnSpc>
                          <a:spcPts val="4510"/>
                        </a:lnSpc>
                        <a:spcBef>
                          <a:spcPts val="4165"/>
                        </a:spcBef>
                      </a:pPr>
                      <a:r>
                        <a:rPr dirty="0" sz="3950" spc="37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AI</a:t>
                      </a:r>
                      <a:endParaRPr sz="3950">
                        <a:latin typeface="Trebuchet MS"/>
                        <a:cs typeface="Trebuchet MS"/>
                      </a:endParaRPr>
                    </a:p>
                    <a:p>
                      <a:pPr marR="103505">
                        <a:lnSpc>
                          <a:spcPts val="4510"/>
                        </a:lnSpc>
                      </a:pPr>
                      <a:r>
                        <a:rPr dirty="0" sz="3950" spc="49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DS</a:t>
                      </a:r>
                      <a:endParaRPr sz="3950">
                        <a:latin typeface="Trebuchet MS"/>
                        <a:cs typeface="Trebuchet MS"/>
                      </a:endParaRPr>
                    </a:p>
                  </a:txBody>
                  <a:tcPr marL="0" marR="0" marB="0" marT="528955" vert="vert270">
                    <a:lnL w="57150">
                      <a:solidFill>
                        <a:srgbClr val="49525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800" spc="110">
                          <a:latin typeface="Trebuchet MS"/>
                          <a:cs typeface="Trebuchet MS"/>
                        </a:rPr>
                        <a:t>CO2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57150"/>
                </a:tc>
                <a:tc>
                  <a:txBody>
                    <a:bodyPr/>
                    <a:lstStyle/>
                    <a:p>
                      <a:pPr marL="861694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800" spc="-10">
                          <a:latin typeface="Trebuchet MS"/>
                          <a:cs typeface="Trebuchet MS"/>
                        </a:rPr>
                        <a:t>Arrays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57150"/>
                </a:tc>
                <a:tc>
                  <a:txBody>
                    <a:bodyPr/>
                    <a:lstStyle/>
                    <a:p>
                      <a:pPr marL="9182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800" spc="-65">
                          <a:latin typeface="Trebuchet MS"/>
                          <a:cs typeface="Trebuchet MS"/>
                        </a:rPr>
                        <a:t>Storing</a:t>
                      </a:r>
                      <a:r>
                        <a:rPr dirty="0" sz="18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skills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57150">
                    <a:lnR w="57150">
                      <a:solidFill>
                        <a:srgbClr val="495255"/>
                      </a:solidFill>
                      <a:prstDash val="solid"/>
                    </a:lnR>
                  </a:tcPr>
                </a:tc>
              </a:tr>
              <a:tr h="598805">
                <a:tc rowSpan="3">
                  <a:txBody>
                    <a:bodyPr/>
                    <a:lstStyle/>
                    <a:p>
                      <a:pPr marL="504825">
                        <a:lnSpc>
                          <a:spcPct val="100000"/>
                        </a:lnSpc>
                        <a:spcBef>
                          <a:spcPts val="4165"/>
                        </a:spcBef>
                      </a:pPr>
                      <a:r>
                        <a:rPr dirty="0" sz="3950" spc="34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CO’S</a:t>
                      </a:r>
                      <a:r>
                        <a:rPr dirty="0" sz="3950" spc="-445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3950" spc="17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ATT</a:t>
                      </a:r>
                      <a:endParaRPr sz="3950">
                        <a:latin typeface="Trebuchet MS"/>
                        <a:cs typeface="Trebuchet MS"/>
                      </a:endParaRPr>
                    </a:p>
                  </a:txBody>
                  <a:tcPr marL="0" marR="0" marB="0" marT="528955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800" spc="110">
                          <a:latin typeface="Trebuchet MS"/>
                          <a:cs typeface="Trebuchet MS"/>
                        </a:rPr>
                        <a:t>CO2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57150">
                      <a:solidFill>
                        <a:srgbClr val="49525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616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800" spc="-110">
                          <a:latin typeface="Trebuchet MS"/>
                          <a:cs typeface="Trebuchet MS"/>
                        </a:rPr>
                        <a:t>Linked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20">
                          <a:latin typeface="Trebuchet MS"/>
                          <a:cs typeface="Trebuchet MS"/>
                        </a:rPr>
                        <a:t>List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marL="9182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800" spc="-65">
                          <a:latin typeface="Trebuchet MS"/>
                          <a:cs typeface="Trebuchet MS"/>
                        </a:rPr>
                        <a:t>Storing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objects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R w="57150">
                      <a:solidFill>
                        <a:srgbClr val="495255"/>
                      </a:solidFill>
                      <a:prstDash val="solid"/>
                    </a:lnR>
                  </a:tcPr>
                </a:tc>
              </a:tr>
              <a:tr h="7702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28955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r>
                        <a:rPr dirty="0" sz="1800" spc="110">
                          <a:latin typeface="Trebuchet MS"/>
                          <a:cs typeface="Trebuchet MS"/>
                        </a:rPr>
                        <a:t>CO3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36220">
                    <a:lnL w="57150">
                      <a:solidFill>
                        <a:srgbClr val="49525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61694"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r>
                        <a:rPr dirty="0" sz="1800" spc="-10">
                          <a:latin typeface="Trebuchet MS"/>
                          <a:cs typeface="Trebuchet MS"/>
                        </a:rPr>
                        <a:t>Queue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36220"/>
                </a:tc>
                <a:tc>
                  <a:txBody>
                    <a:bodyPr/>
                    <a:lstStyle/>
                    <a:p>
                      <a:pPr marL="918210"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r>
                        <a:rPr dirty="0" sz="1800" spc="-80">
                          <a:latin typeface="Trebuchet MS"/>
                          <a:cs typeface="Trebuchet MS"/>
                        </a:rPr>
                        <a:t>Resume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processing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36220">
                    <a:lnR w="57150">
                      <a:solidFill>
                        <a:srgbClr val="495255"/>
                      </a:solidFill>
                      <a:prstDash val="solid"/>
                    </a:lnR>
                  </a:tcPr>
                </a:tc>
              </a:tr>
              <a:tr h="141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28955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1865"/>
                        </a:spcBef>
                      </a:pPr>
                      <a:r>
                        <a:rPr dirty="0" sz="1800" spc="110">
                          <a:latin typeface="Trebuchet MS"/>
                          <a:cs typeface="Trebuchet MS"/>
                        </a:rPr>
                        <a:t>CO4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36855">
                    <a:lnL w="57150">
                      <a:solidFill>
                        <a:srgbClr val="495255"/>
                      </a:solidFill>
                      <a:prstDash val="solid"/>
                    </a:lnL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1694">
                        <a:lnSpc>
                          <a:spcPct val="100000"/>
                        </a:lnSpc>
                        <a:spcBef>
                          <a:spcPts val="1865"/>
                        </a:spcBef>
                      </a:pPr>
                      <a:r>
                        <a:rPr dirty="0" sz="1800" spc="-10">
                          <a:latin typeface="Trebuchet MS"/>
                          <a:cs typeface="Trebuchet MS"/>
                        </a:rPr>
                        <a:t>HashMap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36855"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8210">
                        <a:lnSpc>
                          <a:spcPct val="100000"/>
                        </a:lnSpc>
                        <a:spcBef>
                          <a:spcPts val="1865"/>
                        </a:spcBef>
                      </a:pPr>
                      <a:r>
                        <a:rPr dirty="0" sz="1800" spc="-100">
                          <a:latin typeface="Trebuchet MS"/>
                          <a:cs typeface="Trebuchet MS"/>
                        </a:rPr>
                        <a:t>Skill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2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18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35">
                          <a:latin typeface="Trebuchet MS"/>
                          <a:cs typeface="Trebuchet MS"/>
                        </a:rPr>
                        <a:t>candidate</a:t>
                      </a:r>
                      <a:r>
                        <a:rPr dirty="0" sz="18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lookup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36855"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0259059" y="6579250"/>
            <a:ext cx="151765" cy="291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35"/>
              </a:lnSpc>
            </a:pPr>
            <a:r>
              <a:rPr dirty="0" sz="1800" spc="-50" b="1">
                <a:solidFill>
                  <a:srgbClr val="495255"/>
                </a:solidFill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401425" y="0"/>
            <a:ext cx="790575" cy="6858000"/>
          </a:xfrm>
          <a:custGeom>
            <a:avLst/>
            <a:gdLst/>
            <a:ahLst/>
            <a:cxnLst/>
            <a:rect l="l" t="t" r="r" b="b"/>
            <a:pathLst>
              <a:path w="790575" h="6858000">
                <a:moveTo>
                  <a:pt x="790575" y="0"/>
                </a:moveTo>
                <a:lnTo>
                  <a:pt x="0" y="0"/>
                </a:lnTo>
                <a:lnTo>
                  <a:pt x="0" y="6858000"/>
                </a:lnTo>
                <a:lnTo>
                  <a:pt x="790575" y="6858000"/>
                </a:lnTo>
                <a:lnTo>
                  <a:pt x="790575" y="0"/>
                </a:lnTo>
                <a:close/>
              </a:path>
            </a:pathLst>
          </a:custGeom>
          <a:solidFill>
            <a:srgbClr val="D6DAC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1971655" cy="6858000"/>
            <a:chOff x="0" y="0"/>
            <a:chExt cx="11971655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3067050" cy="6858000"/>
            </a:xfrm>
            <a:custGeom>
              <a:avLst/>
              <a:gdLst/>
              <a:ahLst/>
              <a:cxnLst/>
              <a:rect l="l" t="t" r="r" b="b"/>
              <a:pathLst>
                <a:path w="3067050" h="6858000">
                  <a:moveTo>
                    <a:pt x="30670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67050" y="6858000"/>
                  </a:lnTo>
                  <a:lnTo>
                    <a:pt x="3067050" y="0"/>
                  </a:lnTo>
                  <a:close/>
                </a:path>
              </a:pathLst>
            </a:custGeom>
            <a:solidFill>
              <a:srgbClr val="D6DA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52412" y="261937"/>
              <a:ext cx="11696700" cy="6362065"/>
            </a:xfrm>
            <a:custGeom>
              <a:avLst/>
              <a:gdLst/>
              <a:ahLst/>
              <a:cxnLst/>
              <a:rect l="l" t="t" r="r" b="b"/>
              <a:pathLst>
                <a:path w="11696700" h="6362065">
                  <a:moveTo>
                    <a:pt x="0" y="6343650"/>
                  </a:moveTo>
                  <a:lnTo>
                    <a:pt x="11696700" y="6343650"/>
                  </a:lnTo>
                  <a:lnTo>
                    <a:pt x="11696700" y="0"/>
                  </a:lnTo>
                  <a:lnTo>
                    <a:pt x="0" y="0"/>
                  </a:lnTo>
                  <a:lnTo>
                    <a:pt x="0" y="6343650"/>
                  </a:lnTo>
                  <a:close/>
                </a:path>
                <a:path w="11696700" h="6362065">
                  <a:moveTo>
                    <a:pt x="2276538" y="63"/>
                  </a:moveTo>
                  <a:lnTo>
                    <a:pt x="2276538" y="2799524"/>
                  </a:lnTo>
                </a:path>
                <a:path w="11696700" h="6362065">
                  <a:moveTo>
                    <a:pt x="2276538" y="3562413"/>
                  </a:moveTo>
                  <a:lnTo>
                    <a:pt x="2276538" y="6361912"/>
                  </a:lnTo>
                </a:path>
              </a:pathLst>
            </a:custGeom>
            <a:ln w="44450">
              <a:solidFill>
                <a:srgbClr val="495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46036" y="1152805"/>
            <a:ext cx="1155065" cy="4464685"/>
          </a:xfrm>
          <a:prstGeom prst="rect">
            <a:avLst/>
          </a:prstGeom>
        </p:spPr>
        <p:txBody>
          <a:bodyPr wrap="square" lIns="0" tIns="46990" rIns="0" bIns="0" rtlCol="0" vert="vert270">
            <a:spAutoFit/>
          </a:bodyPr>
          <a:lstStyle/>
          <a:p>
            <a:pPr marL="881380" marR="5080" indent="-869315">
              <a:lnSpc>
                <a:spcPts val="4280"/>
              </a:lnSpc>
              <a:spcBef>
                <a:spcPts val="370"/>
              </a:spcBef>
            </a:pPr>
            <a:r>
              <a:rPr dirty="0" sz="3950" spc="125">
                <a:solidFill>
                  <a:srgbClr val="495255"/>
                </a:solidFill>
                <a:latin typeface="Trebuchet MS"/>
                <a:cs typeface="Trebuchet MS"/>
              </a:rPr>
              <a:t>SCREENSHOTS</a:t>
            </a:r>
            <a:r>
              <a:rPr dirty="0" sz="3950" spc="1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130">
                <a:solidFill>
                  <a:srgbClr val="495255"/>
                </a:solidFill>
                <a:latin typeface="Trebuchet MS"/>
                <a:cs typeface="Trebuchet MS"/>
              </a:rPr>
              <a:t>FOR </a:t>
            </a:r>
            <a:r>
              <a:rPr dirty="0" sz="3950" spc="385">
                <a:solidFill>
                  <a:srgbClr val="495255"/>
                </a:solidFill>
                <a:latin typeface="Trebuchet MS"/>
                <a:cs typeface="Trebuchet MS"/>
              </a:rPr>
              <a:t>FWD</a:t>
            </a:r>
            <a:r>
              <a:rPr dirty="0" sz="3950" spc="-12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-310">
                <a:solidFill>
                  <a:srgbClr val="495255"/>
                </a:solidFill>
                <a:latin typeface="Trebuchet MS"/>
                <a:cs typeface="Trebuchet MS"/>
              </a:rPr>
              <a:t>&amp;</a:t>
            </a:r>
            <a:r>
              <a:rPr dirty="0" sz="395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235">
                <a:solidFill>
                  <a:srgbClr val="495255"/>
                </a:solidFill>
                <a:latin typeface="Trebuchet MS"/>
                <a:cs typeface="Trebuchet MS"/>
              </a:rPr>
              <a:t>DSA</a:t>
            </a:r>
            <a:endParaRPr sz="395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181350" y="561975"/>
            <a:ext cx="8124825" cy="5734050"/>
            <a:chOff x="3181350" y="561975"/>
            <a:chExt cx="8124825" cy="573405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1675" y="3743325"/>
              <a:ext cx="5524500" cy="25527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1350" y="561975"/>
              <a:ext cx="5829300" cy="2771775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0128504" y="6628462"/>
            <a:ext cx="151765" cy="291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35"/>
              </a:lnSpc>
            </a:pPr>
            <a:r>
              <a:rPr dirty="0" sz="1800" spc="-50" b="1">
                <a:solidFill>
                  <a:srgbClr val="495255"/>
                </a:solidFill>
                <a:latin typeface="Trebuchet MS"/>
                <a:cs typeface="Trebuchet MS"/>
              </a:rPr>
              <a:t>9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401425" y="0"/>
            <a:ext cx="790575" cy="6858000"/>
          </a:xfrm>
          <a:custGeom>
            <a:avLst/>
            <a:gdLst/>
            <a:ahLst/>
            <a:cxnLst/>
            <a:rect l="l" t="t" r="r" b="b"/>
            <a:pathLst>
              <a:path w="790575" h="6858000">
                <a:moveTo>
                  <a:pt x="790575" y="0"/>
                </a:moveTo>
                <a:lnTo>
                  <a:pt x="0" y="0"/>
                </a:lnTo>
                <a:lnTo>
                  <a:pt x="0" y="6858000"/>
                </a:lnTo>
                <a:lnTo>
                  <a:pt x="790575" y="6858000"/>
                </a:lnTo>
                <a:lnTo>
                  <a:pt x="790575" y="0"/>
                </a:lnTo>
                <a:close/>
              </a:path>
            </a:pathLst>
          </a:custGeom>
          <a:solidFill>
            <a:srgbClr val="D6DAC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1971655" cy="6858000"/>
            <a:chOff x="0" y="0"/>
            <a:chExt cx="11971655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3067050" cy="6858000"/>
            </a:xfrm>
            <a:custGeom>
              <a:avLst/>
              <a:gdLst/>
              <a:ahLst/>
              <a:cxnLst/>
              <a:rect l="l" t="t" r="r" b="b"/>
              <a:pathLst>
                <a:path w="3067050" h="6858000">
                  <a:moveTo>
                    <a:pt x="30670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67050" y="6858000"/>
                  </a:lnTo>
                  <a:lnTo>
                    <a:pt x="3067050" y="0"/>
                  </a:lnTo>
                  <a:close/>
                </a:path>
              </a:pathLst>
            </a:custGeom>
            <a:solidFill>
              <a:srgbClr val="D6DA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52412" y="261937"/>
              <a:ext cx="11696700" cy="6362065"/>
            </a:xfrm>
            <a:custGeom>
              <a:avLst/>
              <a:gdLst/>
              <a:ahLst/>
              <a:cxnLst/>
              <a:rect l="l" t="t" r="r" b="b"/>
              <a:pathLst>
                <a:path w="11696700" h="6362065">
                  <a:moveTo>
                    <a:pt x="0" y="6343650"/>
                  </a:moveTo>
                  <a:lnTo>
                    <a:pt x="11696700" y="6343650"/>
                  </a:lnTo>
                  <a:lnTo>
                    <a:pt x="11696700" y="0"/>
                  </a:lnTo>
                  <a:lnTo>
                    <a:pt x="0" y="0"/>
                  </a:lnTo>
                  <a:lnTo>
                    <a:pt x="0" y="6343650"/>
                  </a:lnTo>
                  <a:close/>
                </a:path>
                <a:path w="11696700" h="6362065">
                  <a:moveTo>
                    <a:pt x="2276538" y="63"/>
                  </a:moveTo>
                  <a:lnTo>
                    <a:pt x="2276538" y="2799524"/>
                  </a:lnTo>
                </a:path>
                <a:path w="11696700" h="6362065">
                  <a:moveTo>
                    <a:pt x="2276538" y="3562413"/>
                  </a:moveTo>
                  <a:lnTo>
                    <a:pt x="2276538" y="6361912"/>
                  </a:lnTo>
                </a:path>
              </a:pathLst>
            </a:custGeom>
            <a:ln w="44450">
              <a:solidFill>
                <a:srgbClr val="495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87921" y="563684"/>
            <a:ext cx="1155065" cy="5749290"/>
          </a:xfrm>
          <a:prstGeom prst="rect">
            <a:avLst/>
          </a:prstGeom>
        </p:spPr>
        <p:txBody>
          <a:bodyPr wrap="square" lIns="0" tIns="46990" rIns="0" bIns="0" rtlCol="0" vert="vert270">
            <a:spAutoFit/>
          </a:bodyPr>
          <a:lstStyle/>
          <a:p>
            <a:pPr marL="2172335" marR="5080" indent="-2160270">
              <a:lnSpc>
                <a:spcPts val="4280"/>
              </a:lnSpc>
              <a:spcBef>
                <a:spcPts val="370"/>
              </a:spcBef>
            </a:pPr>
            <a:r>
              <a:rPr dirty="0" sz="3950" spc="125">
                <a:solidFill>
                  <a:srgbClr val="495255"/>
                </a:solidFill>
                <a:latin typeface="Trebuchet MS"/>
                <a:cs typeface="Trebuchet MS"/>
              </a:rPr>
              <a:t>SCREENSHOTS</a:t>
            </a:r>
            <a:r>
              <a:rPr dirty="0" sz="3950" spc="5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155">
                <a:solidFill>
                  <a:srgbClr val="495255"/>
                </a:solidFill>
                <a:latin typeface="Trebuchet MS"/>
                <a:cs typeface="Trebuchet MS"/>
              </a:rPr>
              <a:t>FOR</a:t>
            </a:r>
            <a:r>
              <a:rPr dirty="0" sz="3950" spc="-45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335">
                <a:solidFill>
                  <a:srgbClr val="495255"/>
                </a:solidFill>
                <a:latin typeface="Trebuchet MS"/>
                <a:cs typeface="Trebuchet MS"/>
              </a:rPr>
              <a:t>FWD </a:t>
            </a:r>
            <a:r>
              <a:rPr dirty="0" sz="3950" spc="-310">
                <a:solidFill>
                  <a:srgbClr val="495255"/>
                </a:solidFill>
                <a:latin typeface="Trebuchet MS"/>
                <a:cs typeface="Trebuchet MS"/>
              </a:rPr>
              <a:t>&amp;</a:t>
            </a:r>
            <a:r>
              <a:rPr dirty="0" sz="3950" spc="-8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254">
                <a:solidFill>
                  <a:srgbClr val="495255"/>
                </a:solidFill>
                <a:latin typeface="Trebuchet MS"/>
                <a:cs typeface="Trebuchet MS"/>
              </a:rPr>
              <a:t>DSA</a:t>
            </a:r>
            <a:endParaRPr sz="395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828925" y="285750"/>
            <a:ext cx="8267700" cy="6191250"/>
            <a:chOff x="2828925" y="285750"/>
            <a:chExt cx="8267700" cy="619125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8925" y="285750"/>
              <a:ext cx="5991225" cy="28765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3429000"/>
              <a:ext cx="5686425" cy="304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6505575" cy="6858000"/>
          </a:xfrm>
          <a:custGeom>
            <a:avLst/>
            <a:gdLst/>
            <a:ahLst/>
            <a:cxnLst/>
            <a:rect l="l" t="t" r="r" b="b"/>
            <a:pathLst>
              <a:path w="6505575" h="6858000">
                <a:moveTo>
                  <a:pt x="0" y="0"/>
                </a:moveTo>
                <a:lnTo>
                  <a:pt x="0" y="6857999"/>
                </a:lnTo>
                <a:lnTo>
                  <a:pt x="6505575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DAD2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27605" y="1558766"/>
            <a:ext cx="612140" cy="24911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4590"/>
              </a:lnSpc>
            </a:pPr>
            <a:r>
              <a:rPr dirty="0" sz="3950" spc="484" b="1">
                <a:solidFill>
                  <a:srgbClr val="495255"/>
                </a:solidFill>
                <a:latin typeface="Trebuchet MS"/>
                <a:cs typeface="Trebuchet MS"/>
              </a:rPr>
              <a:t>CLUSION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974833" y="6597347"/>
            <a:ext cx="312420" cy="291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35"/>
              </a:lnSpc>
            </a:pPr>
            <a:r>
              <a:rPr dirty="0" sz="1800" spc="40" b="1">
                <a:solidFill>
                  <a:srgbClr val="495255"/>
                </a:solidFill>
                <a:latin typeface="Trebuchet MS"/>
                <a:cs typeface="Trebuchet MS"/>
              </a:rPr>
              <a:t>11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30187" y="239712"/>
          <a:ext cx="11817350" cy="6342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6475"/>
                <a:gridCol w="9420225"/>
              </a:tblGrid>
              <a:tr h="2799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just" marL="541020" marR="250825">
                        <a:lnSpc>
                          <a:spcPct val="100000"/>
                        </a:lnSpc>
                      </a:pPr>
                      <a:r>
                        <a:rPr dirty="0" sz="240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400" spc="2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Resume</a:t>
                      </a:r>
                      <a:r>
                        <a:rPr dirty="0" sz="2400" spc="2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Shortlisting</a:t>
                      </a:r>
                      <a:r>
                        <a:rPr dirty="0" sz="2400" spc="2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50" b="1"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2400" spc="2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30">
                          <a:latin typeface="Trebuchet MS"/>
                          <a:cs typeface="Trebuchet MS"/>
                        </a:rPr>
                        <a:t>helps</a:t>
                      </a:r>
                      <a:r>
                        <a:rPr dirty="0" sz="2400" spc="2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75">
                          <a:latin typeface="Trebuchet MS"/>
                          <a:cs typeface="Trebuchet MS"/>
                        </a:rPr>
                        <a:t>companies</a:t>
                      </a:r>
                      <a:r>
                        <a:rPr dirty="0" sz="2400" spc="2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05">
                          <a:latin typeface="Trebuchet MS"/>
                          <a:cs typeface="Trebuchet MS"/>
                        </a:rPr>
                        <a:t>simplify</a:t>
                      </a:r>
                      <a:r>
                        <a:rPr dirty="0" sz="2400" spc="2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25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dirty="0" sz="2400" spc="-120">
                          <a:latin typeface="Trebuchet MS"/>
                          <a:cs typeface="Trebuchet MS"/>
                        </a:rPr>
                        <a:t>recruitment</a:t>
                      </a:r>
                      <a:r>
                        <a:rPr dirty="0" sz="24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65">
                          <a:latin typeface="Trebuchet MS"/>
                          <a:cs typeface="Trebuchet MS"/>
                        </a:rPr>
                        <a:t>process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50"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dirty="0" sz="24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65">
                          <a:latin typeface="Trebuchet MS"/>
                          <a:cs typeface="Trebuchet MS"/>
                        </a:rPr>
                        <a:t>automatically</a:t>
                      </a:r>
                      <a:r>
                        <a:rPr dirty="0" sz="24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50">
                          <a:latin typeface="Trebuchet MS"/>
                          <a:cs typeface="Trebuchet MS"/>
                        </a:rPr>
                        <a:t>filtering</a:t>
                      </a:r>
                      <a:r>
                        <a:rPr dirty="0" sz="24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14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24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05">
                          <a:latin typeface="Trebuchet MS"/>
                          <a:cs typeface="Trebuchet MS"/>
                        </a:rPr>
                        <a:t>ranking</a:t>
                      </a:r>
                      <a:r>
                        <a:rPr dirty="0" sz="24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00">
                          <a:latin typeface="Trebuchet MS"/>
                          <a:cs typeface="Trebuchet MS"/>
                        </a:rPr>
                        <a:t>candidates </a:t>
                      </a:r>
                      <a:r>
                        <a:rPr dirty="0" sz="2400" spc="-3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2400" spc="2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2400" spc="1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their</a:t>
                      </a:r>
                      <a:r>
                        <a:rPr dirty="0" sz="2400" spc="1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20">
                          <a:latin typeface="Trebuchet MS"/>
                          <a:cs typeface="Trebuchet MS"/>
                        </a:rPr>
                        <a:t>skills.</a:t>
                      </a:r>
                      <a:r>
                        <a:rPr dirty="0" sz="24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dirty="0" sz="2400" spc="2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2400" spc="2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dirty="0" sz="2400" spc="18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structures</a:t>
                      </a:r>
                      <a:r>
                        <a:rPr dirty="0" sz="2400" spc="18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such</a:t>
                      </a:r>
                      <a:r>
                        <a:rPr dirty="0" sz="2400" spc="2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dirty="0" sz="2400" spc="204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0" b="1">
                          <a:latin typeface="Trebuchet MS"/>
                          <a:cs typeface="Trebuchet MS"/>
                        </a:rPr>
                        <a:t>arrays, linked</a:t>
                      </a:r>
                      <a:r>
                        <a:rPr dirty="0" sz="2400" spc="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70" b="1">
                          <a:latin typeface="Trebuchet MS"/>
                          <a:cs typeface="Trebuchet MS"/>
                        </a:rPr>
                        <a:t>lists,</a:t>
                      </a:r>
                      <a:r>
                        <a:rPr dirty="0" sz="2400" spc="-19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65" b="1">
                          <a:latin typeface="Trebuchet MS"/>
                          <a:cs typeface="Trebuchet MS"/>
                        </a:rPr>
                        <a:t>queues,</a:t>
                      </a:r>
                      <a:r>
                        <a:rPr dirty="0" sz="2400" spc="-16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2400" spc="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hash</a:t>
                      </a:r>
                      <a:r>
                        <a:rPr dirty="0" sz="2400" spc="5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maps</a:t>
                      </a:r>
                      <a:r>
                        <a:rPr dirty="0" sz="2400" spc="4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along</a:t>
                      </a:r>
                      <a:r>
                        <a:rPr dirty="0" sz="2400" spc="5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2400" spc="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searching</a:t>
                      </a:r>
                      <a:r>
                        <a:rPr dirty="0" sz="2400" spc="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25" b="1">
                          <a:latin typeface="Trebuchet MS"/>
                          <a:cs typeface="Trebuchet MS"/>
                        </a:rPr>
                        <a:t>and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T w="57150">
                      <a:solidFill>
                        <a:srgbClr val="495255"/>
                      </a:solidFill>
                      <a:prstDash val="solid"/>
                    </a:lnT>
                  </a:tcPr>
                </a:tc>
              </a:tr>
              <a:tr h="762635">
                <a:tc gridSpan="2">
                  <a:txBody>
                    <a:bodyPr/>
                    <a:lstStyle/>
                    <a:p>
                      <a:pPr marL="2817495">
                        <a:lnSpc>
                          <a:spcPts val="2145"/>
                        </a:lnSpc>
                        <a:tabLst>
                          <a:tab pos="4000500" algn="l"/>
                          <a:tab pos="5748020" algn="l"/>
                          <a:tab pos="6327140" algn="l"/>
                          <a:tab pos="7358380" algn="l"/>
                          <a:tab pos="7954009" algn="l"/>
                          <a:tab pos="9296400" algn="l"/>
                          <a:tab pos="10423525" algn="l"/>
                        </a:tabLst>
                      </a:pPr>
                      <a:r>
                        <a:rPr dirty="0" sz="2400" spc="-10" b="1">
                          <a:latin typeface="Trebuchet MS"/>
                          <a:cs typeface="Trebuchet MS"/>
                        </a:rPr>
                        <a:t>sorting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 b="1">
                          <a:latin typeface="Trebuchet MS"/>
                          <a:cs typeface="Trebuchet MS"/>
                        </a:rPr>
                        <a:t>algorithms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2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system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25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55">
                          <a:latin typeface="Trebuchet MS"/>
                          <a:cs typeface="Trebuchet MS"/>
                        </a:rPr>
                        <a:t>efficiently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process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45">
                          <a:latin typeface="Trebuchet MS"/>
                          <a:cs typeface="Trebuchet MS"/>
                        </a:rPr>
                        <a:t>multiple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  <a:p>
                      <a:pPr marL="2817495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4039235" algn="l"/>
                          <a:tab pos="4670425" algn="l"/>
                          <a:tab pos="5761355" algn="l"/>
                          <a:tab pos="6353810" algn="l"/>
                          <a:tab pos="7169150" algn="l"/>
                          <a:tab pos="8295640" algn="l"/>
                          <a:tab pos="9813925" algn="l"/>
                          <a:tab pos="10527030" algn="l"/>
                        </a:tabLst>
                      </a:pPr>
                      <a:r>
                        <a:rPr dirty="0" sz="2400" spc="-10">
                          <a:latin typeface="Trebuchet MS"/>
                          <a:cs typeface="Trebuchet MS"/>
                        </a:rPr>
                        <a:t>resumes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2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identify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2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20">
                          <a:latin typeface="Trebuchet MS"/>
                          <a:cs typeface="Trebuchet MS"/>
                        </a:rPr>
                        <a:t>most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suitable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65">
                          <a:latin typeface="Trebuchet MS"/>
                          <a:cs typeface="Trebuchet MS"/>
                        </a:rPr>
                        <a:t>candidates.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20">
                          <a:latin typeface="Trebuchet MS"/>
                          <a:cs typeface="Trebuchet MS"/>
                        </a:rPr>
                        <a:t>This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project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8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algn="ctr" marL="1085850">
                        <a:lnSpc>
                          <a:spcPct val="100000"/>
                        </a:lnSpc>
                      </a:pPr>
                      <a:r>
                        <a:rPr dirty="0" sz="3950" spc="680" b="1">
                          <a:solidFill>
                            <a:srgbClr val="495255"/>
                          </a:solidFill>
                          <a:latin typeface="Trebuchet MS"/>
                          <a:cs typeface="Trebuchet MS"/>
                        </a:rPr>
                        <a:t>CON</a:t>
                      </a:r>
                      <a:endParaRPr sz="3950">
                        <a:latin typeface="Trebuchet MS"/>
                        <a:cs typeface="Trebuchet MS"/>
                      </a:endParaRPr>
                    </a:p>
                  </a:txBody>
                  <a:tcPr marL="0" marR="0" marB="0" marT="278765" vert="vert27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1020">
                        <a:lnSpc>
                          <a:spcPts val="1920"/>
                        </a:lnSpc>
                      </a:pPr>
                      <a:r>
                        <a:rPr dirty="0" sz="2400" spc="-110">
                          <a:latin typeface="Trebuchet MS"/>
                          <a:cs typeface="Trebuchet MS"/>
                        </a:rPr>
                        <a:t>demonstrates</a:t>
                      </a:r>
                      <a:r>
                        <a:rPr dirty="0" sz="24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how </a:t>
                      </a:r>
                      <a:r>
                        <a:rPr dirty="0" sz="2400" spc="315" b="1">
                          <a:latin typeface="Trebuchet MS"/>
                          <a:cs typeface="Trebuchet MS"/>
                        </a:rPr>
                        <a:t>DSA</a:t>
                      </a:r>
                      <a:r>
                        <a:rPr dirty="0" sz="2400" spc="-3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concepts</a:t>
                      </a:r>
                      <a:r>
                        <a:rPr dirty="0" sz="2400" spc="-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dirty="0" sz="2400" spc="-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dirty="0" sz="240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applied</a:t>
                      </a:r>
                      <a:r>
                        <a:rPr dirty="0" sz="2400" spc="-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2400" spc="-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solve</a:t>
                      </a:r>
                      <a:r>
                        <a:rPr dirty="0" sz="2400" spc="-2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0" b="1">
                          <a:latin typeface="Trebuchet MS"/>
                          <a:cs typeface="Trebuchet MS"/>
                        </a:rPr>
                        <a:t>real-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  <a:p>
                      <a:pPr marL="541020">
                        <a:lnSpc>
                          <a:spcPts val="2865"/>
                        </a:lnSpc>
                        <a:spcBef>
                          <a:spcPts val="50"/>
                        </a:spcBef>
                        <a:tabLst>
                          <a:tab pos="1546225" algn="l"/>
                          <a:tab pos="3114040" algn="l"/>
                          <a:tab pos="4170045" algn="l"/>
                          <a:tab pos="4765040" algn="l"/>
                          <a:tab pos="6431280" algn="l"/>
                          <a:tab pos="7574915" algn="l"/>
                          <a:tab pos="8468360" algn="l"/>
                        </a:tabLst>
                      </a:pPr>
                      <a:r>
                        <a:rPr dirty="0" sz="2400" spc="-10" b="1">
                          <a:latin typeface="Trebuchet MS"/>
                          <a:cs typeface="Trebuchet MS"/>
                        </a:rPr>
                        <a:t>world</a:t>
                      </a:r>
                      <a:r>
                        <a:rPr dirty="0" sz="2400" b="1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 b="1">
                          <a:latin typeface="Trebuchet MS"/>
                          <a:cs typeface="Trebuchet MS"/>
                        </a:rPr>
                        <a:t>problems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making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25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recruitment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10">
                          <a:latin typeface="Trebuchet MS"/>
                          <a:cs typeface="Trebuchet MS"/>
                        </a:rPr>
                        <a:t>process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40">
                          <a:latin typeface="Trebuchet MS"/>
                          <a:cs typeface="Trebuchet MS"/>
                        </a:rPr>
                        <a:t>faster,</a:t>
                      </a:r>
                      <a:r>
                        <a:rPr dirty="0" sz="240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dirty="0" sz="2400" spc="-20">
                          <a:latin typeface="Trebuchet MS"/>
                          <a:cs typeface="Trebuchet MS"/>
                        </a:rPr>
                        <a:t>more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  <a:p>
                      <a:pPr marL="541020">
                        <a:lnSpc>
                          <a:spcPts val="2865"/>
                        </a:lnSpc>
                      </a:pPr>
                      <a:r>
                        <a:rPr dirty="0" sz="2400" spc="-155">
                          <a:latin typeface="Trebuchet MS"/>
                          <a:cs typeface="Trebuchet MS"/>
                        </a:rPr>
                        <a:t>organized,</a:t>
                      </a:r>
                      <a:r>
                        <a:rPr dirty="0" sz="2400" spc="-30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6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24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70">
                          <a:latin typeface="Trebuchet MS"/>
                          <a:cs typeface="Trebuchet MS"/>
                        </a:rPr>
                        <a:t>more</a:t>
                      </a:r>
                      <a:r>
                        <a:rPr dirty="0" sz="24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400" spc="-105">
                          <a:latin typeface="Trebuchet MS"/>
                          <a:cs typeface="Trebuchet MS"/>
                        </a:rPr>
                        <a:t>effective.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57150">
                      <a:solidFill>
                        <a:srgbClr val="495255"/>
                      </a:solidFill>
                      <a:prstDash val="solid"/>
                    </a:lnL>
                    <a:lnR w="57150">
                      <a:solidFill>
                        <a:srgbClr val="495255"/>
                      </a:solidFill>
                      <a:prstDash val="solid"/>
                    </a:lnR>
                    <a:lnB w="57150">
                      <a:solidFill>
                        <a:srgbClr val="4952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1971655" cy="6858000"/>
            <a:chOff x="0" y="0"/>
            <a:chExt cx="11971655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4410075" cy="6858000"/>
            </a:xfrm>
            <a:custGeom>
              <a:avLst/>
              <a:gdLst/>
              <a:ahLst/>
              <a:cxnLst/>
              <a:rect l="l" t="t" r="r" b="b"/>
              <a:pathLst>
                <a:path w="4410075" h="6858000">
                  <a:moveTo>
                    <a:pt x="44100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410075" y="6858000"/>
                  </a:lnTo>
                  <a:lnTo>
                    <a:pt x="4410075" y="0"/>
                  </a:lnTo>
                  <a:close/>
                </a:path>
              </a:pathLst>
            </a:custGeom>
            <a:solidFill>
              <a:srgbClr val="D6DA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52412" y="261937"/>
              <a:ext cx="11696700" cy="6362065"/>
            </a:xfrm>
            <a:custGeom>
              <a:avLst/>
              <a:gdLst/>
              <a:ahLst/>
              <a:cxnLst/>
              <a:rect l="l" t="t" r="r" b="b"/>
              <a:pathLst>
                <a:path w="11696700" h="6362065">
                  <a:moveTo>
                    <a:pt x="0" y="6343650"/>
                  </a:moveTo>
                  <a:lnTo>
                    <a:pt x="11696700" y="6343650"/>
                  </a:lnTo>
                  <a:lnTo>
                    <a:pt x="11696700" y="0"/>
                  </a:lnTo>
                  <a:lnTo>
                    <a:pt x="0" y="0"/>
                  </a:lnTo>
                  <a:lnTo>
                    <a:pt x="0" y="6343650"/>
                  </a:lnTo>
                  <a:close/>
                </a:path>
                <a:path w="11696700" h="6362065">
                  <a:moveTo>
                    <a:pt x="2276538" y="63"/>
                  </a:moveTo>
                  <a:lnTo>
                    <a:pt x="2276538" y="2799524"/>
                  </a:lnTo>
                </a:path>
                <a:path w="11696700" h="6362065">
                  <a:moveTo>
                    <a:pt x="2276538" y="3562413"/>
                  </a:moveTo>
                  <a:lnTo>
                    <a:pt x="2276538" y="6361912"/>
                  </a:lnTo>
                </a:path>
              </a:pathLst>
            </a:custGeom>
            <a:ln w="44450">
              <a:solidFill>
                <a:srgbClr val="495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33361" y="1267287"/>
            <a:ext cx="611505" cy="43408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4585"/>
              </a:lnSpc>
            </a:pPr>
            <a:r>
              <a:rPr dirty="0" sz="3950" spc="145">
                <a:solidFill>
                  <a:srgbClr val="495255"/>
                </a:solidFill>
                <a:latin typeface="Trebuchet MS"/>
                <a:cs typeface="Trebuchet MS"/>
              </a:rPr>
              <a:t>GEO-</a:t>
            </a:r>
            <a:r>
              <a:rPr dirty="0" sz="3950" spc="-57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50">
                <a:solidFill>
                  <a:srgbClr val="495255"/>
                </a:solidFill>
                <a:latin typeface="Trebuchet MS"/>
                <a:cs typeface="Trebuchet MS"/>
              </a:rPr>
              <a:t>TAG</a:t>
            </a:r>
            <a:r>
              <a:rPr dirty="0" sz="3950" spc="-5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114">
                <a:solidFill>
                  <a:srgbClr val="495255"/>
                </a:solidFill>
                <a:latin typeface="Trebuchet MS"/>
                <a:cs typeface="Trebuchet MS"/>
              </a:rPr>
              <a:t>PHOTOS</a:t>
            </a:r>
            <a:endParaRPr sz="395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181350" y="609600"/>
            <a:ext cx="7896225" cy="4800600"/>
            <a:chOff x="3181350" y="609600"/>
            <a:chExt cx="7896225" cy="480060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1350" y="609600"/>
              <a:ext cx="3581400" cy="471487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6175" y="609600"/>
              <a:ext cx="3581400" cy="48006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917" rIns="0" bIns="0" rtlCol="0" vert="horz">
            <a:spAutoFit/>
          </a:bodyPr>
          <a:lstStyle/>
          <a:p>
            <a:pPr marL="38100">
              <a:lnSpc>
                <a:spcPts val="2135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1971655" cy="6858000"/>
            <a:chOff x="0" y="0"/>
            <a:chExt cx="11971655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4410075" cy="6858000"/>
            </a:xfrm>
            <a:custGeom>
              <a:avLst/>
              <a:gdLst/>
              <a:ahLst/>
              <a:cxnLst/>
              <a:rect l="l" t="t" r="r" b="b"/>
              <a:pathLst>
                <a:path w="4410075" h="6858000">
                  <a:moveTo>
                    <a:pt x="44100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410075" y="6858000"/>
                  </a:lnTo>
                  <a:lnTo>
                    <a:pt x="4410075" y="0"/>
                  </a:lnTo>
                  <a:close/>
                </a:path>
              </a:pathLst>
            </a:custGeom>
            <a:solidFill>
              <a:srgbClr val="D6DA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52412" y="261937"/>
              <a:ext cx="11696700" cy="6362065"/>
            </a:xfrm>
            <a:custGeom>
              <a:avLst/>
              <a:gdLst/>
              <a:ahLst/>
              <a:cxnLst/>
              <a:rect l="l" t="t" r="r" b="b"/>
              <a:pathLst>
                <a:path w="11696700" h="6362065">
                  <a:moveTo>
                    <a:pt x="0" y="6343650"/>
                  </a:moveTo>
                  <a:lnTo>
                    <a:pt x="11696700" y="6343650"/>
                  </a:lnTo>
                  <a:lnTo>
                    <a:pt x="11696700" y="0"/>
                  </a:lnTo>
                  <a:lnTo>
                    <a:pt x="0" y="0"/>
                  </a:lnTo>
                  <a:lnTo>
                    <a:pt x="0" y="6343650"/>
                  </a:lnTo>
                  <a:close/>
                </a:path>
                <a:path w="11696700" h="6362065">
                  <a:moveTo>
                    <a:pt x="2276538" y="63"/>
                  </a:moveTo>
                  <a:lnTo>
                    <a:pt x="2276538" y="2799524"/>
                  </a:lnTo>
                </a:path>
                <a:path w="11696700" h="6362065">
                  <a:moveTo>
                    <a:pt x="2276538" y="3562413"/>
                  </a:moveTo>
                  <a:lnTo>
                    <a:pt x="2276538" y="6361912"/>
                  </a:lnTo>
                </a:path>
              </a:pathLst>
            </a:custGeom>
            <a:ln w="44450">
              <a:solidFill>
                <a:srgbClr val="495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133361" y="1267287"/>
            <a:ext cx="611505" cy="43408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4585"/>
              </a:lnSpc>
            </a:pPr>
            <a:r>
              <a:rPr dirty="0" sz="3950" spc="145">
                <a:solidFill>
                  <a:srgbClr val="495255"/>
                </a:solidFill>
                <a:latin typeface="Trebuchet MS"/>
                <a:cs typeface="Trebuchet MS"/>
              </a:rPr>
              <a:t>GEO-</a:t>
            </a:r>
            <a:r>
              <a:rPr dirty="0" sz="3950" spc="-570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50">
                <a:solidFill>
                  <a:srgbClr val="495255"/>
                </a:solidFill>
                <a:latin typeface="Trebuchet MS"/>
                <a:cs typeface="Trebuchet MS"/>
              </a:rPr>
              <a:t>TAG</a:t>
            </a:r>
            <a:r>
              <a:rPr dirty="0" sz="3950" spc="-5">
                <a:solidFill>
                  <a:srgbClr val="495255"/>
                </a:solidFill>
                <a:latin typeface="Trebuchet MS"/>
                <a:cs typeface="Trebuchet MS"/>
              </a:rPr>
              <a:t> </a:t>
            </a:r>
            <a:r>
              <a:rPr dirty="0" sz="3950" spc="114">
                <a:solidFill>
                  <a:srgbClr val="495255"/>
                </a:solidFill>
                <a:latin typeface="Trebuchet MS"/>
                <a:cs typeface="Trebuchet MS"/>
              </a:rPr>
              <a:t>PHOTOS</a:t>
            </a:r>
            <a:endParaRPr sz="395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924175" y="400050"/>
            <a:ext cx="8782050" cy="5734050"/>
            <a:chOff x="2924175" y="400050"/>
            <a:chExt cx="8782050" cy="57340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4175" y="400050"/>
              <a:ext cx="5238750" cy="3886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0100" y="1733550"/>
              <a:ext cx="3286125" cy="440055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917" rIns="0" bIns="0" rtlCol="0" vert="horz">
            <a:spAutoFit/>
          </a:bodyPr>
          <a:lstStyle/>
          <a:p>
            <a:pPr marL="38100">
              <a:lnSpc>
                <a:spcPts val="2135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Thank</a:t>
            </a:r>
            <a:r>
              <a:rPr dirty="0" spc="70"/>
              <a:t> </a:t>
            </a:r>
            <a:r>
              <a:rPr dirty="0" spc="-930"/>
              <a:t>Y</a:t>
            </a:r>
            <a:r>
              <a:rPr dirty="0" spc="-65"/>
              <a:t>o</a:t>
            </a:r>
            <a:r>
              <a:rPr dirty="0" spc="-25"/>
              <a:t>u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917" rIns="0" bIns="0" rtlCol="0" vert="horz">
            <a:spAutoFit/>
          </a:bodyPr>
          <a:lstStyle/>
          <a:p>
            <a:pPr marL="38100">
              <a:lnSpc>
                <a:spcPts val="2135"/>
              </a:lnSpc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2026-03-12T03:55:54Z</dcterms:created>
  <dcterms:modified xsi:type="dcterms:W3CDTF">2026-03-12T03:55:54Z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LastSaved">
    <vt:filetime>2026-03-12T00:00:00Z</vt:filetime>
  </property>
</Properties>
</file>